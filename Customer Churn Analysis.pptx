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70" r:id="rId11"/>
    <p:sldId id="271" r:id="rId12"/>
    <p:sldId id="272" r:id="rId13"/>
    <p:sldId id="273" r:id="rId14"/>
    <p:sldId id="265" r:id="rId15"/>
    <p:sldId id="264" r:id="rId16"/>
    <p:sldId id="268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gif"/><Relationship Id="rId4" Type="http://schemas.openxmlformats.org/officeDocument/2006/relationships/image" Target="../media/image17.jpe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Relationship Id="rId4" Type="http://schemas.openxmlformats.org/officeDocument/2006/relationships/image" Target="../media/image2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gif"/><Relationship Id="rId4" Type="http://schemas.openxmlformats.org/officeDocument/2006/relationships/image" Target="../media/image17.jpe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png"/><Relationship Id="rId4" Type="http://schemas.openxmlformats.org/officeDocument/2006/relationships/image" Target="../media/image2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C16DCD-D329-4F81-AD31-ED7549574A40}" type="doc">
      <dgm:prSet loTypeId="urn:microsoft.com/office/officeart/2005/8/layout/list1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6A88920-61A2-4D61-9EFD-E10A15F5E2F5}">
      <dgm:prSet phldrT="[Text]" custT="1"/>
      <dgm:spPr/>
      <dgm:t>
        <a:bodyPr/>
        <a:lstStyle/>
        <a:p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churn impacts revenue &amp; growth</a:t>
          </a:r>
        </a:p>
      </dgm:t>
    </dgm:pt>
    <dgm:pt modelId="{49FB03C7-258F-4D92-8F85-DA96A0E72B00}" type="parTrans" cxnId="{3EB267C3-FAEE-46FB-9030-F70C569E1063}">
      <dgm:prSet/>
      <dgm:spPr/>
      <dgm:t>
        <a:bodyPr/>
        <a:lstStyle/>
        <a:p>
          <a:endParaRPr lang="en-US"/>
        </a:p>
      </dgm:t>
    </dgm:pt>
    <dgm:pt modelId="{0F93B5AB-07E8-4EB7-8A55-035327D729C5}" type="sibTrans" cxnId="{3EB267C3-FAEE-46FB-9030-F70C569E1063}">
      <dgm:prSet/>
      <dgm:spPr/>
      <dgm:t>
        <a:bodyPr/>
        <a:lstStyle/>
        <a:p>
          <a:endParaRPr lang="en-US"/>
        </a:p>
      </dgm:t>
    </dgm:pt>
    <dgm:pt modelId="{B7C4296B-3256-4209-99B8-864C7072157C}">
      <dgm:prSet phldrT="[Text]" custT="1"/>
      <dgm:spPr/>
      <dgm:t>
        <a:bodyPr/>
        <a:lstStyle/>
        <a:p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Need to identify churn drivers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1D8A5E-F3D8-4D43-8783-E7C533FDDDB9}" type="parTrans" cxnId="{8801DCFA-2C94-47A1-BB6D-1D6F017DBAC0}">
      <dgm:prSet/>
      <dgm:spPr/>
      <dgm:t>
        <a:bodyPr/>
        <a:lstStyle/>
        <a:p>
          <a:endParaRPr lang="en-US"/>
        </a:p>
      </dgm:t>
    </dgm:pt>
    <dgm:pt modelId="{E9916009-6650-417B-BF39-BC103FAF6E4A}" type="sibTrans" cxnId="{8801DCFA-2C94-47A1-BB6D-1D6F017DBAC0}">
      <dgm:prSet/>
      <dgm:spPr/>
      <dgm:t>
        <a:bodyPr/>
        <a:lstStyle/>
        <a:p>
          <a:endParaRPr lang="en-US"/>
        </a:p>
      </dgm:t>
    </dgm:pt>
    <dgm:pt modelId="{4A906545-68C4-4A9F-AA98-DCC91996BA93}">
      <dgm:prSet phldrT="[Text]" custT="1"/>
      <dgm:spPr/>
      <dgm:t>
        <a:bodyPr/>
        <a:lstStyle/>
        <a:p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Retention is cheaper than acquisition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D3F78E-DA60-4B45-A844-D603FDD242D6}" type="parTrans" cxnId="{857D14F4-6C1B-4830-9400-C48809A45A65}">
      <dgm:prSet/>
      <dgm:spPr/>
      <dgm:t>
        <a:bodyPr/>
        <a:lstStyle/>
        <a:p>
          <a:endParaRPr lang="en-US"/>
        </a:p>
      </dgm:t>
    </dgm:pt>
    <dgm:pt modelId="{9AFAFC06-291A-48AF-864C-E2A967E3176A}" type="sibTrans" cxnId="{857D14F4-6C1B-4830-9400-C48809A45A65}">
      <dgm:prSet/>
      <dgm:spPr/>
      <dgm:t>
        <a:bodyPr/>
        <a:lstStyle/>
        <a:p>
          <a:endParaRPr lang="en-US"/>
        </a:p>
      </dgm:t>
    </dgm:pt>
    <dgm:pt modelId="{B7374440-8A6F-42B2-B1E6-72FC5DB6D6A5}" type="pres">
      <dgm:prSet presAssocID="{03C16DCD-D329-4F81-AD31-ED7549574A4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EDE895D-830B-4C26-AC74-B65084EF35BE}" type="pres">
      <dgm:prSet presAssocID="{06A88920-61A2-4D61-9EFD-E10A15F5E2F5}" presName="parentLin" presStyleCnt="0"/>
      <dgm:spPr/>
    </dgm:pt>
    <dgm:pt modelId="{818EFAB4-0C6E-42D1-B66F-A2E0216F01A2}" type="pres">
      <dgm:prSet presAssocID="{06A88920-61A2-4D61-9EFD-E10A15F5E2F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8D6828B-04E4-45FF-91EA-8133FD1C39CA}" type="pres">
      <dgm:prSet presAssocID="{06A88920-61A2-4D61-9EFD-E10A15F5E2F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069602-67B8-4EBE-A186-6001286796CB}" type="pres">
      <dgm:prSet presAssocID="{06A88920-61A2-4D61-9EFD-E10A15F5E2F5}" presName="negativeSpace" presStyleCnt="0"/>
      <dgm:spPr/>
    </dgm:pt>
    <dgm:pt modelId="{FFFD0F63-8031-4389-AC99-528AD82922DF}" type="pres">
      <dgm:prSet presAssocID="{06A88920-61A2-4D61-9EFD-E10A15F5E2F5}" presName="childText" presStyleLbl="conFgAcc1" presStyleIdx="0" presStyleCnt="3" custLinFactNeighborY="7453">
        <dgm:presLayoutVars>
          <dgm:bulletEnabled val="1"/>
        </dgm:presLayoutVars>
      </dgm:prSet>
      <dgm:spPr/>
    </dgm:pt>
    <dgm:pt modelId="{7BB7DAEE-48C8-4DCB-B93C-4D31AAB4CA17}" type="pres">
      <dgm:prSet presAssocID="{0F93B5AB-07E8-4EB7-8A55-035327D729C5}" presName="spaceBetweenRectangles" presStyleCnt="0"/>
      <dgm:spPr/>
    </dgm:pt>
    <dgm:pt modelId="{531408D4-4625-40DA-8702-247EB753F7BA}" type="pres">
      <dgm:prSet presAssocID="{4A906545-68C4-4A9F-AA98-DCC91996BA93}" presName="parentLin" presStyleCnt="0"/>
      <dgm:spPr/>
    </dgm:pt>
    <dgm:pt modelId="{2EB80797-6D30-418C-B568-3CCE210E17F5}" type="pres">
      <dgm:prSet presAssocID="{4A906545-68C4-4A9F-AA98-DCC91996BA93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8E55494D-0443-48A8-A155-18607579BCDE}" type="pres">
      <dgm:prSet presAssocID="{4A906545-68C4-4A9F-AA98-DCC91996BA93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4B6A0B-355B-47D5-A506-06C3C885F0DF}" type="pres">
      <dgm:prSet presAssocID="{4A906545-68C4-4A9F-AA98-DCC91996BA93}" presName="negativeSpace" presStyleCnt="0"/>
      <dgm:spPr/>
    </dgm:pt>
    <dgm:pt modelId="{B6DAA299-4C6A-49B8-BE07-21F2BC25C395}" type="pres">
      <dgm:prSet presAssocID="{4A906545-68C4-4A9F-AA98-DCC91996BA93}" presName="childText" presStyleLbl="conFgAcc1" presStyleIdx="1" presStyleCnt="3">
        <dgm:presLayoutVars>
          <dgm:bulletEnabled val="1"/>
        </dgm:presLayoutVars>
      </dgm:prSet>
      <dgm:spPr/>
    </dgm:pt>
    <dgm:pt modelId="{9FF1BC5F-9B3A-4BD5-ABEF-22EA09B18924}" type="pres">
      <dgm:prSet presAssocID="{9AFAFC06-291A-48AF-864C-E2A967E3176A}" presName="spaceBetweenRectangles" presStyleCnt="0"/>
      <dgm:spPr/>
    </dgm:pt>
    <dgm:pt modelId="{9E806885-12A2-4F26-8483-9BEC36810571}" type="pres">
      <dgm:prSet presAssocID="{B7C4296B-3256-4209-99B8-864C7072157C}" presName="parentLin" presStyleCnt="0"/>
      <dgm:spPr/>
    </dgm:pt>
    <dgm:pt modelId="{BB28DBF6-C8A6-4ACD-9732-D8FC85F2DCC4}" type="pres">
      <dgm:prSet presAssocID="{B7C4296B-3256-4209-99B8-864C7072157C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7CB462A7-B868-4C8A-AECC-26F39AF73D78}" type="pres">
      <dgm:prSet presAssocID="{B7C4296B-3256-4209-99B8-864C7072157C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94F8EA-C201-4AF0-9C01-6EB2853CA651}" type="pres">
      <dgm:prSet presAssocID="{B7C4296B-3256-4209-99B8-864C7072157C}" presName="negativeSpace" presStyleCnt="0"/>
      <dgm:spPr/>
    </dgm:pt>
    <dgm:pt modelId="{CDEAD432-A796-4521-95DE-BC3B6BF4CEED}" type="pres">
      <dgm:prSet presAssocID="{B7C4296B-3256-4209-99B8-864C7072157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801DCFA-2C94-47A1-BB6D-1D6F017DBAC0}" srcId="{03C16DCD-D329-4F81-AD31-ED7549574A40}" destId="{B7C4296B-3256-4209-99B8-864C7072157C}" srcOrd="2" destOrd="0" parTransId="{101D8A5E-F3D8-4D43-8783-E7C533FDDDB9}" sibTransId="{E9916009-6650-417B-BF39-BC103FAF6E4A}"/>
    <dgm:cxn modelId="{7C251F8B-12ED-4553-A7FE-E1FB0F3CF232}" type="presOf" srcId="{B7C4296B-3256-4209-99B8-864C7072157C}" destId="{BB28DBF6-C8A6-4ACD-9732-D8FC85F2DCC4}" srcOrd="0" destOrd="0" presId="urn:microsoft.com/office/officeart/2005/8/layout/list1"/>
    <dgm:cxn modelId="{8D8A7D70-BCD5-455A-82EC-33D2D93E5FB5}" type="presOf" srcId="{06A88920-61A2-4D61-9EFD-E10A15F5E2F5}" destId="{08D6828B-04E4-45FF-91EA-8133FD1C39CA}" srcOrd="1" destOrd="0" presId="urn:microsoft.com/office/officeart/2005/8/layout/list1"/>
    <dgm:cxn modelId="{AB1E98B5-6B67-4405-898C-87F3A6A4CA2F}" type="presOf" srcId="{B7C4296B-3256-4209-99B8-864C7072157C}" destId="{7CB462A7-B868-4C8A-AECC-26F39AF73D78}" srcOrd="1" destOrd="0" presId="urn:microsoft.com/office/officeart/2005/8/layout/list1"/>
    <dgm:cxn modelId="{3EB267C3-FAEE-46FB-9030-F70C569E1063}" srcId="{03C16DCD-D329-4F81-AD31-ED7549574A40}" destId="{06A88920-61A2-4D61-9EFD-E10A15F5E2F5}" srcOrd="0" destOrd="0" parTransId="{49FB03C7-258F-4D92-8F85-DA96A0E72B00}" sibTransId="{0F93B5AB-07E8-4EB7-8A55-035327D729C5}"/>
    <dgm:cxn modelId="{B24643ED-563C-463A-B95B-098FD411BD72}" type="presOf" srcId="{06A88920-61A2-4D61-9EFD-E10A15F5E2F5}" destId="{818EFAB4-0C6E-42D1-B66F-A2E0216F01A2}" srcOrd="0" destOrd="0" presId="urn:microsoft.com/office/officeart/2005/8/layout/list1"/>
    <dgm:cxn modelId="{F949EB02-671E-467B-B88A-5EF43DAA7C25}" type="presOf" srcId="{4A906545-68C4-4A9F-AA98-DCC91996BA93}" destId="{2EB80797-6D30-418C-B568-3CCE210E17F5}" srcOrd="0" destOrd="0" presId="urn:microsoft.com/office/officeart/2005/8/layout/list1"/>
    <dgm:cxn modelId="{857D14F4-6C1B-4830-9400-C48809A45A65}" srcId="{03C16DCD-D329-4F81-AD31-ED7549574A40}" destId="{4A906545-68C4-4A9F-AA98-DCC91996BA93}" srcOrd="1" destOrd="0" parTransId="{4FD3F78E-DA60-4B45-A844-D603FDD242D6}" sibTransId="{9AFAFC06-291A-48AF-864C-E2A967E3176A}"/>
    <dgm:cxn modelId="{CDBB8583-60E6-4CA7-8AAE-E5A77496A749}" type="presOf" srcId="{4A906545-68C4-4A9F-AA98-DCC91996BA93}" destId="{8E55494D-0443-48A8-A155-18607579BCDE}" srcOrd="1" destOrd="0" presId="urn:microsoft.com/office/officeart/2005/8/layout/list1"/>
    <dgm:cxn modelId="{F319C870-6E4A-41DE-9BFC-FE2A127F9FD2}" type="presOf" srcId="{03C16DCD-D329-4F81-AD31-ED7549574A40}" destId="{B7374440-8A6F-42B2-B1E6-72FC5DB6D6A5}" srcOrd="0" destOrd="0" presId="urn:microsoft.com/office/officeart/2005/8/layout/list1"/>
    <dgm:cxn modelId="{F72ECDD0-52CC-4718-82CD-AD03F2B42A11}" type="presParOf" srcId="{B7374440-8A6F-42B2-B1E6-72FC5DB6D6A5}" destId="{8EDE895D-830B-4C26-AC74-B65084EF35BE}" srcOrd="0" destOrd="0" presId="urn:microsoft.com/office/officeart/2005/8/layout/list1"/>
    <dgm:cxn modelId="{444A70E4-61DF-4CA5-B1C8-75E0F654A2A7}" type="presParOf" srcId="{8EDE895D-830B-4C26-AC74-B65084EF35BE}" destId="{818EFAB4-0C6E-42D1-B66F-A2E0216F01A2}" srcOrd="0" destOrd="0" presId="urn:microsoft.com/office/officeart/2005/8/layout/list1"/>
    <dgm:cxn modelId="{2CD9FD22-DF77-42B1-BB62-A72F889246D9}" type="presParOf" srcId="{8EDE895D-830B-4C26-AC74-B65084EF35BE}" destId="{08D6828B-04E4-45FF-91EA-8133FD1C39CA}" srcOrd="1" destOrd="0" presId="urn:microsoft.com/office/officeart/2005/8/layout/list1"/>
    <dgm:cxn modelId="{DD64C725-A638-4DD2-985F-21F59B8E0884}" type="presParOf" srcId="{B7374440-8A6F-42B2-B1E6-72FC5DB6D6A5}" destId="{72069602-67B8-4EBE-A186-6001286796CB}" srcOrd="1" destOrd="0" presId="urn:microsoft.com/office/officeart/2005/8/layout/list1"/>
    <dgm:cxn modelId="{40694E9A-6B3A-4818-B933-217CE59EDF7D}" type="presParOf" srcId="{B7374440-8A6F-42B2-B1E6-72FC5DB6D6A5}" destId="{FFFD0F63-8031-4389-AC99-528AD82922DF}" srcOrd="2" destOrd="0" presId="urn:microsoft.com/office/officeart/2005/8/layout/list1"/>
    <dgm:cxn modelId="{6D9C6737-6CE6-4228-926A-F58A5CBCAC1C}" type="presParOf" srcId="{B7374440-8A6F-42B2-B1E6-72FC5DB6D6A5}" destId="{7BB7DAEE-48C8-4DCB-B93C-4D31AAB4CA17}" srcOrd="3" destOrd="0" presId="urn:microsoft.com/office/officeart/2005/8/layout/list1"/>
    <dgm:cxn modelId="{439845BA-E5DE-4709-B591-23029997ACAF}" type="presParOf" srcId="{B7374440-8A6F-42B2-B1E6-72FC5DB6D6A5}" destId="{531408D4-4625-40DA-8702-247EB753F7BA}" srcOrd="4" destOrd="0" presId="urn:microsoft.com/office/officeart/2005/8/layout/list1"/>
    <dgm:cxn modelId="{61DBE763-CC53-4499-8DF4-6E068F5C1284}" type="presParOf" srcId="{531408D4-4625-40DA-8702-247EB753F7BA}" destId="{2EB80797-6D30-418C-B568-3CCE210E17F5}" srcOrd="0" destOrd="0" presId="urn:microsoft.com/office/officeart/2005/8/layout/list1"/>
    <dgm:cxn modelId="{256D7613-F17A-4A67-9555-B726971AA5ED}" type="presParOf" srcId="{531408D4-4625-40DA-8702-247EB753F7BA}" destId="{8E55494D-0443-48A8-A155-18607579BCDE}" srcOrd="1" destOrd="0" presId="urn:microsoft.com/office/officeart/2005/8/layout/list1"/>
    <dgm:cxn modelId="{D699452F-8695-4C1D-8596-8E3C32D43442}" type="presParOf" srcId="{B7374440-8A6F-42B2-B1E6-72FC5DB6D6A5}" destId="{234B6A0B-355B-47D5-A506-06C3C885F0DF}" srcOrd="5" destOrd="0" presId="urn:microsoft.com/office/officeart/2005/8/layout/list1"/>
    <dgm:cxn modelId="{79050012-4EA7-4F7D-925B-80D4D81C4B61}" type="presParOf" srcId="{B7374440-8A6F-42B2-B1E6-72FC5DB6D6A5}" destId="{B6DAA299-4C6A-49B8-BE07-21F2BC25C395}" srcOrd="6" destOrd="0" presId="urn:microsoft.com/office/officeart/2005/8/layout/list1"/>
    <dgm:cxn modelId="{6687E8CA-E573-4AD7-98F3-4311B053F40C}" type="presParOf" srcId="{B7374440-8A6F-42B2-B1E6-72FC5DB6D6A5}" destId="{9FF1BC5F-9B3A-4BD5-ABEF-22EA09B18924}" srcOrd="7" destOrd="0" presId="urn:microsoft.com/office/officeart/2005/8/layout/list1"/>
    <dgm:cxn modelId="{9F050FF0-F133-4000-8E9A-EA42FDC6F74C}" type="presParOf" srcId="{B7374440-8A6F-42B2-B1E6-72FC5DB6D6A5}" destId="{9E806885-12A2-4F26-8483-9BEC36810571}" srcOrd="8" destOrd="0" presId="urn:microsoft.com/office/officeart/2005/8/layout/list1"/>
    <dgm:cxn modelId="{0D440493-DE07-4B05-8B10-A60C00178F5A}" type="presParOf" srcId="{9E806885-12A2-4F26-8483-9BEC36810571}" destId="{BB28DBF6-C8A6-4ACD-9732-D8FC85F2DCC4}" srcOrd="0" destOrd="0" presId="urn:microsoft.com/office/officeart/2005/8/layout/list1"/>
    <dgm:cxn modelId="{B2B183AB-BDF6-4249-A559-90BC291E29B1}" type="presParOf" srcId="{9E806885-12A2-4F26-8483-9BEC36810571}" destId="{7CB462A7-B868-4C8A-AECC-26F39AF73D78}" srcOrd="1" destOrd="0" presId="urn:microsoft.com/office/officeart/2005/8/layout/list1"/>
    <dgm:cxn modelId="{BB930B6A-180D-4DF6-BC96-4EE6ED4CB0D4}" type="presParOf" srcId="{B7374440-8A6F-42B2-B1E6-72FC5DB6D6A5}" destId="{6094F8EA-C201-4AF0-9C01-6EB2853CA651}" srcOrd="9" destOrd="0" presId="urn:microsoft.com/office/officeart/2005/8/layout/list1"/>
    <dgm:cxn modelId="{8D65C294-3703-435E-AEB8-1840C78F97E5}" type="presParOf" srcId="{B7374440-8A6F-42B2-B1E6-72FC5DB6D6A5}" destId="{CDEAD432-A796-4521-95DE-BC3B6BF4CEE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89C742-AD10-4ADE-A37D-FBB46A921B5D}" type="doc">
      <dgm:prSet loTypeId="urn:microsoft.com/office/officeart/2005/8/layout/bList2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A820C1E-486D-4F97-8A55-719C61013D69}">
      <dgm:prSet phldrT="[Text]" custT="1"/>
      <dgm:spPr/>
      <dgm:t>
        <a:bodyPr/>
        <a:lstStyle/>
        <a:p>
          <a:r>
            <a: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Analyze customer churn using real business data</a:t>
          </a:r>
          <a:endParaRPr 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99EB7D-9A60-4C94-82C0-A4DE60873C40}" type="parTrans" cxnId="{3443844C-79E1-4595-95EC-74E336013240}">
      <dgm:prSet/>
      <dgm:spPr/>
      <dgm:t>
        <a:bodyPr/>
        <a:lstStyle/>
        <a:p>
          <a:endParaRPr lang="en-US"/>
        </a:p>
      </dgm:t>
    </dgm:pt>
    <dgm:pt modelId="{D35E728B-3B84-44BF-80C9-2E500C9016DB}" type="sibTrans" cxnId="{3443844C-79E1-4595-95EC-74E336013240}">
      <dgm:prSet/>
      <dgm:spPr/>
      <dgm:t>
        <a:bodyPr/>
        <a:lstStyle/>
        <a:p>
          <a:endParaRPr lang="en-US"/>
        </a:p>
      </dgm:t>
    </dgm:pt>
    <dgm:pt modelId="{7C977AEE-8D93-448B-A703-07DDD5DCCCF7}">
      <dgm:prSet custT="1"/>
      <dgm:spPr/>
      <dgm:t>
        <a:bodyPr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Understand churn patterns and key drivers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B523C8-D19D-4942-83DD-D4F6736685A9}" type="parTrans" cxnId="{B6B7911C-B312-4E56-A9AE-52C418F4876F}">
      <dgm:prSet/>
      <dgm:spPr/>
      <dgm:t>
        <a:bodyPr/>
        <a:lstStyle/>
        <a:p>
          <a:endParaRPr lang="en-US"/>
        </a:p>
      </dgm:t>
    </dgm:pt>
    <dgm:pt modelId="{CA4406FB-BBD9-47C5-BF76-1AD6F7DDC182}" type="sibTrans" cxnId="{B6B7911C-B312-4E56-A9AE-52C418F4876F}">
      <dgm:prSet/>
      <dgm:spPr/>
      <dgm:t>
        <a:bodyPr/>
        <a:lstStyle/>
        <a:p>
          <a:endParaRPr lang="en-US"/>
        </a:p>
      </dgm:t>
    </dgm:pt>
    <dgm:pt modelId="{BE268ACA-69F9-4BFB-958A-D42D76B127D5}">
      <dgm:prSet custT="1"/>
      <dgm:spPr/>
      <dgm:t>
        <a:bodyPr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Apply data cleaning, EDA, and statistical analysis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38AC7E-FDD6-42F6-AC05-590308806C15}" type="parTrans" cxnId="{00F49723-88DF-414B-BFB0-318119620467}">
      <dgm:prSet/>
      <dgm:spPr/>
      <dgm:t>
        <a:bodyPr/>
        <a:lstStyle/>
        <a:p>
          <a:endParaRPr lang="en-US"/>
        </a:p>
      </dgm:t>
    </dgm:pt>
    <dgm:pt modelId="{6890E457-7857-463A-96F0-9543EECCB480}" type="sibTrans" cxnId="{00F49723-88DF-414B-BFB0-318119620467}">
      <dgm:prSet/>
      <dgm:spPr/>
      <dgm:t>
        <a:bodyPr/>
        <a:lstStyle/>
        <a:p>
          <a:endParaRPr lang="en-US"/>
        </a:p>
      </dgm:t>
    </dgm:pt>
    <dgm:pt modelId="{C1FFC0D8-5FD4-481E-8A61-B4CEDA8A79D9}">
      <dgm:prSet custT="1"/>
      <dgm:spPr/>
      <dgm:t>
        <a:bodyPr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actionable business recommendations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3F7891-58F5-4E09-A594-3DDBC1E50C7A}" type="parTrans" cxnId="{29A99C76-6E9E-47FA-92C7-9D0103498C3B}">
      <dgm:prSet/>
      <dgm:spPr/>
      <dgm:t>
        <a:bodyPr/>
        <a:lstStyle/>
        <a:p>
          <a:endParaRPr lang="en-US"/>
        </a:p>
      </dgm:t>
    </dgm:pt>
    <dgm:pt modelId="{776634A7-0B2F-4311-B3EE-4A2F01F29675}" type="sibTrans" cxnId="{29A99C76-6E9E-47FA-92C7-9D0103498C3B}">
      <dgm:prSet/>
      <dgm:spPr/>
      <dgm:t>
        <a:bodyPr/>
        <a:lstStyle/>
        <a:p>
          <a:endParaRPr lang="en-US"/>
        </a:p>
      </dgm:t>
    </dgm:pt>
    <dgm:pt modelId="{93DBE968-EF4F-4F23-8543-0D527DB9F0E7}" type="pres">
      <dgm:prSet presAssocID="{A089C742-AD10-4ADE-A37D-FBB46A921B5D}" presName="diagram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DEE49D-3BB2-4733-A53D-892E5CF7A039}" type="pres">
      <dgm:prSet presAssocID="{CA820C1E-486D-4F97-8A55-719C61013D69}" presName="compNode" presStyleCnt="0"/>
      <dgm:spPr/>
    </dgm:pt>
    <dgm:pt modelId="{C22BDE42-AF4C-44BF-8EA7-7F809E122340}" type="pres">
      <dgm:prSet presAssocID="{CA820C1E-486D-4F97-8A55-719C61013D69}" presName="childRect" presStyleLbl="bgAcc1" presStyleIdx="0" presStyleCnt="1" custScaleX="189200" custScaleY="869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01265C-2DDC-4DA7-B1BD-F9B592FF1685}" type="pres">
      <dgm:prSet presAssocID="{CA820C1E-486D-4F97-8A55-719C61013D69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4422F4-DE3B-466C-9715-817DA71496EA}" type="pres">
      <dgm:prSet presAssocID="{CA820C1E-486D-4F97-8A55-719C61013D69}" presName="parentRect" presStyleLbl="alignNode1" presStyleIdx="0" presStyleCnt="1" custScaleX="188791" custScaleY="107356" custLinFactNeighborY="-13208"/>
      <dgm:spPr/>
      <dgm:t>
        <a:bodyPr/>
        <a:lstStyle/>
        <a:p>
          <a:endParaRPr lang="en-US"/>
        </a:p>
      </dgm:t>
    </dgm:pt>
    <dgm:pt modelId="{6BFC7D75-D558-4E94-B1D0-BAB1AB1ECD62}" type="pres">
      <dgm:prSet presAssocID="{CA820C1E-486D-4F97-8A55-719C61013D69}" presName="adorn" presStyleLbl="fgAccFollowNode1" presStyleIdx="0" presStyleCnt="1" custScaleX="112919" custScaleY="105523" custLinFactX="3853" custLinFactNeighborX="100000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</dgm:pt>
  </dgm:ptLst>
  <dgm:cxnLst>
    <dgm:cxn modelId="{B6B7911C-B312-4E56-A9AE-52C418F4876F}" srcId="{CA820C1E-486D-4F97-8A55-719C61013D69}" destId="{7C977AEE-8D93-448B-A703-07DDD5DCCCF7}" srcOrd="0" destOrd="0" parTransId="{49B523C8-D19D-4942-83DD-D4F6736685A9}" sibTransId="{CA4406FB-BBD9-47C5-BF76-1AD6F7DDC182}"/>
    <dgm:cxn modelId="{3443844C-79E1-4595-95EC-74E336013240}" srcId="{A089C742-AD10-4ADE-A37D-FBB46A921B5D}" destId="{CA820C1E-486D-4F97-8A55-719C61013D69}" srcOrd="0" destOrd="0" parTransId="{D599EB7D-9A60-4C94-82C0-A4DE60873C40}" sibTransId="{D35E728B-3B84-44BF-80C9-2E500C9016DB}"/>
    <dgm:cxn modelId="{771FA433-2860-480E-A136-5A8A10B8CFFE}" type="presOf" srcId="{CA820C1E-486D-4F97-8A55-719C61013D69}" destId="{434422F4-DE3B-466C-9715-817DA71496EA}" srcOrd="1" destOrd="0" presId="urn:microsoft.com/office/officeart/2005/8/layout/bList2"/>
    <dgm:cxn modelId="{064DF114-4FAF-4822-AE39-038198BC28FF}" type="presOf" srcId="{BE268ACA-69F9-4BFB-958A-D42D76B127D5}" destId="{C22BDE42-AF4C-44BF-8EA7-7F809E122340}" srcOrd="0" destOrd="1" presId="urn:microsoft.com/office/officeart/2005/8/layout/bList2"/>
    <dgm:cxn modelId="{8166E162-27DC-476E-B615-8C49519F03FE}" type="presOf" srcId="{C1FFC0D8-5FD4-481E-8A61-B4CEDA8A79D9}" destId="{C22BDE42-AF4C-44BF-8EA7-7F809E122340}" srcOrd="0" destOrd="2" presId="urn:microsoft.com/office/officeart/2005/8/layout/bList2"/>
    <dgm:cxn modelId="{0D76E034-325D-4CA3-9347-BC400F8EBE5C}" type="presOf" srcId="{7C977AEE-8D93-448B-A703-07DDD5DCCCF7}" destId="{C22BDE42-AF4C-44BF-8EA7-7F809E122340}" srcOrd="0" destOrd="0" presId="urn:microsoft.com/office/officeart/2005/8/layout/bList2"/>
    <dgm:cxn modelId="{00F49723-88DF-414B-BFB0-318119620467}" srcId="{CA820C1E-486D-4F97-8A55-719C61013D69}" destId="{BE268ACA-69F9-4BFB-958A-D42D76B127D5}" srcOrd="1" destOrd="0" parTransId="{E038AC7E-FDD6-42F6-AC05-590308806C15}" sibTransId="{6890E457-7857-463A-96F0-9543EECCB480}"/>
    <dgm:cxn modelId="{786549FA-A847-4F40-8305-6E11A0D21887}" type="presOf" srcId="{CA820C1E-486D-4F97-8A55-719C61013D69}" destId="{0B01265C-2DDC-4DA7-B1BD-F9B592FF1685}" srcOrd="0" destOrd="0" presId="urn:microsoft.com/office/officeart/2005/8/layout/bList2"/>
    <dgm:cxn modelId="{29A99C76-6E9E-47FA-92C7-9D0103498C3B}" srcId="{CA820C1E-486D-4F97-8A55-719C61013D69}" destId="{C1FFC0D8-5FD4-481E-8A61-B4CEDA8A79D9}" srcOrd="2" destOrd="0" parTransId="{BE3F7891-58F5-4E09-A594-3DDBC1E50C7A}" sibTransId="{776634A7-0B2F-4311-B3EE-4A2F01F29675}"/>
    <dgm:cxn modelId="{CF33FEB4-B784-4AC7-812E-1984076400C5}" type="presOf" srcId="{A089C742-AD10-4ADE-A37D-FBB46A921B5D}" destId="{93DBE968-EF4F-4F23-8543-0D527DB9F0E7}" srcOrd="0" destOrd="0" presId="urn:microsoft.com/office/officeart/2005/8/layout/bList2"/>
    <dgm:cxn modelId="{A77B9BA3-9334-4625-AED6-184C2A56685C}" type="presParOf" srcId="{93DBE968-EF4F-4F23-8543-0D527DB9F0E7}" destId="{06DEE49D-3BB2-4733-A53D-892E5CF7A039}" srcOrd="0" destOrd="0" presId="urn:microsoft.com/office/officeart/2005/8/layout/bList2"/>
    <dgm:cxn modelId="{B824B50E-E15E-4FDA-8EE9-47040905B712}" type="presParOf" srcId="{06DEE49D-3BB2-4733-A53D-892E5CF7A039}" destId="{C22BDE42-AF4C-44BF-8EA7-7F809E122340}" srcOrd="0" destOrd="0" presId="urn:microsoft.com/office/officeart/2005/8/layout/bList2"/>
    <dgm:cxn modelId="{EDE84A4A-05E5-4C4C-AB7C-42B9D6A2C33E}" type="presParOf" srcId="{06DEE49D-3BB2-4733-A53D-892E5CF7A039}" destId="{0B01265C-2DDC-4DA7-B1BD-F9B592FF1685}" srcOrd="1" destOrd="0" presId="urn:microsoft.com/office/officeart/2005/8/layout/bList2"/>
    <dgm:cxn modelId="{028BA052-8379-4E17-8FC9-327E09206FB4}" type="presParOf" srcId="{06DEE49D-3BB2-4733-A53D-892E5CF7A039}" destId="{434422F4-DE3B-466C-9715-817DA71496EA}" srcOrd="2" destOrd="0" presId="urn:microsoft.com/office/officeart/2005/8/layout/bList2"/>
    <dgm:cxn modelId="{9D75F356-CC3D-4297-A7EE-6962ECA3D038}" type="presParOf" srcId="{06DEE49D-3BB2-4733-A53D-892E5CF7A039}" destId="{6BFC7D75-D558-4E94-B1D0-BAB1AB1ECD62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CF8BAC-9985-4117-A9EE-BC9CAE0E43D6}" type="doc">
      <dgm:prSet loTypeId="urn:microsoft.com/office/officeart/2005/8/layout/hList6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F685A32-8671-47F3-9033-B1E2D3C844CF}">
      <dgm:prSet phldrT="[Text]" custT="1"/>
      <dgm:spPr/>
      <dgm:t>
        <a:bodyPr/>
        <a:lstStyle/>
        <a:p>
          <a:pPr algn="ctr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churn dataset with 500 records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D17663-FF12-487A-A992-68DE5957DF81}" type="parTrans" cxnId="{A2D09E13-48A7-41F4-ADB6-C90A6CDEA8DD}">
      <dgm:prSet/>
      <dgm:spPr/>
      <dgm:t>
        <a:bodyPr/>
        <a:lstStyle/>
        <a:p>
          <a:endParaRPr lang="en-US"/>
        </a:p>
      </dgm:t>
    </dgm:pt>
    <dgm:pt modelId="{1BFACB19-17DC-4233-9652-4CEE23F1F3F9}" type="sibTrans" cxnId="{A2D09E13-48A7-41F4-ADB6-C90A6CDEA8DD}">
      <dgm:prSet/>
      <dgm:spPr/>
      <dgm:t>
        <a:bodyPr/>
        <a:lstStyle/>
        <a:p>
          <a:endParaRPr lang="en-US"/>
        </a:p>
      </dgm:t>
    </dgm:pt>
    <dgm:pt modelId="{4D90A738-BF13-4373-9199-53C3F0BD03FB}">
      <dgm:prSet phldrT="[Text]" custT="1"/>
      <dgm:spPr/>
      <dgm:t>
        <a:bodyPr/>
        <a:lstStyle/>
        <a:p>
          <a:pPr algn="ctr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demographics and billing information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C42796-2D2A-4E1E-B703-0580A9F2EEAF}" type="parTrans" cxnId="{9ECE51F8-A923-4A56-B19A-3323DB72C06E}">
      <dgm:prSet/>
      <dgm:spPr/>
      <dgm:t>
        <a:bodyPr/>
        <a:lstStyle/>
        <a:p>
          <a:endParaRPr lang="en-US"/>
        </a:p>
      </dgm:t>
    </dgm:pt>
    <dgm:pt modelId="{B2E5A0EB-A4B6-42F0-9D24-116AF97BEB6D}" type="sibTrans" cxnId="{9ECE51F8-A923-4A56-B19A-3323DB72C06E}">
      <dgm:prSet/>
      <dgm:spPr/>
      <dgm:t>
        <a:bodyPr/>
        <a:lstStyle/>
        <a:p>
          <a:endParaRPr lang="en-US"/>
        </a:p>
      </dgm:t>
    </dgm:pt>
    <dgm:pt modelId="{E159615E-68AF-4C6E-A19B-0C69B8A3CC1D}">
      <dgm:prSet phldrT="[Text]" custT="1"/>
      <dgm:spPr/>
      <dgm:t>
        <a:bodyPr anchor="ctr"/>
        <a:lstStyle/>
        <a:p>
          <a:pPr algn="just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Tenure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4376F1-F72E-45B8-B78F-495B739AA373}" type="parTrans" cxnId="{74679E4E-A8DF-4C0A-888C-F0C4E3507698}">
      <dgm:prSet/>
      <dgm:spPr/>
      <dgm:t>
        <a:bodyPr/>
        <a:lstStyle/>
        <a:p>
          <a:endParaRPr lang="en-US"/>
        </a:p>
      </dgm:t>
    </dgm:pt>
    <dgm:pt modelId="{BC17EC84-F5DD-4012-BB73-D3F1D01A49D4}" type="sibTrans" cxnId="{74679E4E-A8DF-4C0A-888C-F0C4E3507698}">
      <dgm:prSet/>
      <dgm:spPr/>
      <dgm:t>
        <a:bodyPr/>
        <a:lstStyle/>
        <a:p>
          <a:endParaRPr lang="en-US"/>
        </a:p>
      </dgm:t>
    </dgm:pt>
    <dgm:pt modelId="{98BBCB52-0987-47D9-A934-61668982B5E7}">
      <dgm:prSet phldrT="[Text]" custT="1"/>
      <dgm:spPr/>
      <dgm:t>
        <a:bodyPr anchor="ctr"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Target variable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0DEAD6-1CF2-40E2-A72F-2AC185CA9ECA}" type="parTrans" cxnId="{AFEDD36D-A666-4CF6-8C57-D042A9DECA4B}">
      <dgm:prSet/>
      <dgm:spPr/>
      <dgm:t>
        <a:bodyPr/>
        <a:lstStyle/>
        <a:p>
          <a:endParaRPr lang="en-US"/>
        </a:p>
      </dgm:t>
    </dgm:pt>
    <dgm:pt modelId="{FF29DED6-5D29-4024-8EF3-8C6B4924B2FE}" type="sibTrans" cxnId="{AFEDD36D-A666-4CF6-8C57-D042A9DECA4B}">
      <dgm:prSet/>
      <dgm:spPr/>
      <dgm:t>
        <a:bodyPr/>
        <a:lstStyle/>
        <a:p>
          <a:endParaRPr lang="en-US"/>
        </a:p>
      </dgm:t>
    </dgm:pt>
    <dgm:pt modelId="{3EE67C6E-6423-463A-9BED-66D9744AD591}">
      <dgm:prSet phldrT="[Text]" custT="1"/>
      <dgm:spPr/>
      <dgm:t>
        <a:bodyPr anchor="ctr"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Yes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2C988F-EA49-40C8-82E2-C05D36406CEE}" type="parTrans" cxnId="{00090997-7DC0-4833-8599-32A301D2364F}">
      <dgm:prSet/>
      <dgm:spPr/>
      <dgm:t>
        <a:bodyPr/>
        <a:lstStyle/>
        <a:p>
          <a:endParaRPr lang="en-US"/>
        </a:p>
      </dgm:t>
    </dgm:pt>
    <dgm:pt modelId="{FCFBB3BE-522A-401B-A114-DE76AE6548BF}" type="sibTrans" cxnId="{00090997-7DC0-4833-8599-32A301D2364F}">
      <dgm:prSet/>
      <dgm:spPr/>
      <dgm:t>
        <a:bodyPr/>
        <a:lstStyle/>
        <a:p>
          <a:endParaRPr lang="en-US"/>
        </a:p>
      </dgm:t>
    </dgm:pt>
    <dgm:pt modelId="{00D905AD-6C0F-4ED0-81FE-B027D57446C3}">
      <dgm:prSet phldrT="[Text]" custT="1"/>
      <dgm:spPr/>
      <dgm:t>
        <a:bodyPr anchor="ctr"/>
        <a:lstStyle/>
        <a:p>
          <a:pPr algn="just"/>
          <a:r>
            <a:rPr lang="en-US" sz="3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endParaRPr lang="en-US" sz="3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C5DAA0-D459-4226-AA8D-E023FCD2CAA8}" type="parTrans" cxnId="{A566155C-0B5D-458D-A31B-41560E404C69}">
      <dgm:prSet/>
      <dgm:spPr/>
      <dgm:t>
        <a:bodyPr/>
        <a:lstStyle/>
        <a:p>
          <a:endParaRPr lang="en-US"/>
        </a:p>
      </dgm:t>
    </dgm:pt>
    <dgm:pt modelId="{6A887754-750D-4352-AA31-864A21E7FEFF}" type="sibTrans" cxnId="{A566155C-0B5D-458D-A31B-41560E404C69}">
      <dgm:prSet/>
      <dgm:spPr/>
      <dgm:t>
        <a:bodyPr/>
        <a:lstStyle/>
        <a:p>
          <a:endParaRPr lang="en-US"/>
        </a:p>
      </dgm:t>
    </dgm:pt>
    <dgm:pt modelId="{344FC1DB-4125-473F-9341-5AA40125FA41}">
      <dgm:prSet phldrT="[Text]" custT="1"/>
      <dgm:spPr/>
      <dgm:t>
        <a:bodyPr anchor="ctr"/>
        <a:lstStyle/>
        <a:p>
          <a:pPr algn="just"/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Key fields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39A913-9085-4173-9183-4D36CBF980AE}" type="parTrans" cxnId="{DF43EA74-3EB0-4205-B875-7DFFB9B0081E}">
      <dgm:prSet/>
      <dgm:spPr/>
      <dgm:t>
        <a:bodyPr/>
        <a:lstStyle/>
        <a:p>
          <a:endParaRPr lang="en-US"/>
        </a:p>
      </dgm:t>
    </dgm:pt>
    <dgm:pt modelId="{2DDE8A21-E4DF-4797-B6C9-3A975E1A1AB3}" type="sibTrans" cxnId="{DF43EA74-3EB0-4205-B875-7DFFB9B0081E}">
      <dgm:prSet/>
      <dgm:spPr/>
      <dgm:t>
        <a:bodyPr/>
        <a:lstStyle/>
        <a:p>
          <a:endParaRPr lang="en-US"/>
        </a:p>
      </dgm:t>
    </dgm:pt>
    <dgm:pt modelId="{5EE51F66-80AF-4B3A-8D2C-4CC9CA96DA62}">
      <dgm:prSet phldrT="[Text]" custT="1"/>
      <dgm:spPr/>
      <dgm:t>
        <a:bodyPr anchor="ctr"/>
        <a:lstStyle/>
        <a:p>
          <a:pPr algn="just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Monthly Charges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E595B3-C324-479A-94A0-BA174FEEB167}" type="parTrans" cxnId="{C623F0E3-D7FA-4CED-8E2C-00B2631A00EE}">
      <dgm:prSet/>
      <dgm:spPr/>
      <dgm:t>
        <a:bodyPr/>
        <a:lstStyle/>
        <a:p>
          <a:endParaRPr lang="en-US"/>
        </a:p>
      </dgm:t>
    </dgm:pt>
    <dgm:pt modelId="{70AD3937-1B8A-4488-89EC-A0628E48B4D2}" type="sibTrans" cxnId="{C623F0E3-D7FA-4CED-8E2C-00B2631A00EE}">
      <dgm:prSet/>
      <dgm:spPr/>
      <dgm:t>
        <a:bodyPr/>
        <a:lstStyle/>
        <a:p>
          <a:endParaRPr lang="en-US"/>
        </a:p>
      </dgm:t>
    </dgm:pt>
    <dgm:pt modelId="{7AF8C7DA-7846-4B98-B8B0-5133876F2A44}">
      <dgm:prSet phldrT="[Text]" custT="1"/>
      <dgm:spPr/>
      <dgm:t>
        <a:bodyPr anchor="ctr"/>
        <a:lstStyle/>
        <a:p>
          <a:pPr algn="just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Contract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8D721D-B84C-4638-866D-FB2AEDF364D6}" type="parTrans" cxnId="{8223DD9B-6114-4993-BAE4-AF9EAC975A7C}">
      <dgm:prSet/>
      <dgm:spPr/>
      <dgm:t>
        <a:bodyPr/>
        <a:lstStyle/>
        <a:p>
          <a:endParaRPr lang="en-US"/>
        </a:p>
      </dgm:t>
    </dgm:pt>
    <dgm:pt modelId="{4F2A708B-8C8A-472B-BC77-6A14919E234A}" type="sibTrans" cxnId="{8223DD9B-6114-4993-BAE4-AF9EAC975A7C}">
      <dgm:prSet/>
      <dgm:spPr/>
      <dgm:t>
        <a:bodyPr/>
        <a:lstStyle/>
        <a:p>
          <a:endParaRPr lang="en-US"/>
        </a:p>
      </dgm:t>
    </dgm:pt>
    <dgm:pt modelId="{313E5F26-5C68-49E9-9432-DFB1AFD000D5}">
      <dgm:prSet phldrT="[Text]" custT="1"/>
      <dgm:spPr/>
      <dgm:t>
        <a:bodyPr anchor="ctr"/>
        <a:lstStyle/>
        <a:p>
          <a:pPr algn="just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Payment Method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9B0F41-B22A-4EE1-A05D-E8581A76F388}" type="parTrans" cxnId="{70BAF8DF-0CB7-4F1D-8AC1-25DE7EAE3B2A}">
      <dgm:prSet/>
      <dgm:spPr/>
      <dgm:t>
        <a:bodyPr/>
        <a:lstStyle/>
        <a:p>
          <a:endParaRPr lang="en-US"/>
        </a:p>
      </dgm:t>
    </dgm:pt>
    <dgm:pt modelId="{EA515DE9-DCC0-49EE-8DB7-21B57AF9DC09}" type="sibTrans" cxnId="{70BAF8DF-0CB7-4F1D-8AC1-25DE7EAE3B2A}">
      <dgm:prSet/>
      <dgm:spPr/>
      <dgm:t>
        <a:bodyPr/>
        <a:lstStyle/>
        <a:p>
          <a:endParaRPr lang="en-US"/>
        </a:p>
      </dgm:t>
    </dgm:pt>
    <dgm:pt modelId="{30B3287B-225E-4329-9E4C-C835035DDF9C}">
      <dgm:prSet custT="1"/>
      <dgm:spPr/>
      <dgm:t>
        <a:bodyPr anchor="ctr"/>
        <a:lstStyle/>
        <a:p>
          <a:pPr algn="just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Churn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DB6978-031E-42B8-8757-025B151D3146}" type="parTrans" cxnId="{1BB0F367-9DAC-44CE-992A-18CFF8AB2C5D}">
      <dgm:prSet/>
      <dgm:spPr/>
      <dgm:t>
        <a:bodyPr/>
        <a:lstStyle/>
        <a:p>
          <a:endParaRPr lang="en-US"/>
        </a:p>
      </dgm:t>
    </dgm:pt>
    <dgm:pt modelId="{553FF249-BB1C-458C-B5EE-C7344662FF31}" type="sibTrans" cxnId="{1BB0F367-9DAC-44CE-992A-18CFF8AB2C5D}">
      <dgm:prSet/>
      <dgm:spPr/>
      <dgm:t>
        <a:bodyPr/>
        <a:lstStyle/>
        <a:p>
          <a:endParaRPr lang="en-US"/>
        </a:p>
      </dgm:t>
    </dgm:pt>
    <dgm:pt modelId="{8E638D8B-8DC7-4BD3-AE9B-A58549333563}" type="pres">
      <dgm:prSet presAssocID="{39CF8BAC-9985-4117-A9EE-BC9CAE0E43D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8358DD4-09DF-4D7D-AE00-B0CE01CBDA2D}" type="pres">
      <dgm:prSet presAssocID="{8F685A32-8671-47F3-9033-B1E2D3C844CF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39F229-B55C-4BB8-91DA-6E95ACC71B8A}" type="pres">
      <dgm:prSet presAssocID="{1BFACB19-17DC-4233-9652-4CEE23F1F3F9}" presName="sibTrans" presStyleCnt="0"/>
      <dgm:spPr/>
    </dgm:pt>
    <dgm:pt modelId="{8428548A-5105-43F5-84C4-14BADD37082F}" type="pres">
      <dgm:prSet presAssocID="{4D90A738-BF13-4373-9199-53C3F0BD03F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9658D8-F270-404B-AB0C-6AC5476C5F56}" type="pres">
      <dgm:prSet presAssocID="{B2E5A0EB-A4B6-42F0-9D24-116AF97BEB6D}" presName="sibTrans" presStyleCnt="0"/>
      <dgm:spPr/>
    </dgm:pt>
    <dgm:pt modelId="{549233CE-CD82-4FDF-A458-273834304B92}" type="pres">
      <dgm:prSet presAssocID="{344FC1DB-4125-473F-9341-5AA40125FA41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03BB00-C79B-48C1-B5F6-6AAEBA28112C}" type="pres">
      <dgm:prSet presAssocID="{2DDE8A21-E4DF-4797-B6C9-3A975E1A1AB3}" presName="sibTrans" presStyleCnt="0"/>
      <dgm:spPr/>
    </dgm:pt>
    <dgm:pt modelId="{DB94B07F-3148-4400-B656-6313AF599149}" type="pres">
      <dgm:prSet presAssocID="{98BBCB52-0987-47D9-A934-61668982B5E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BAF8DF-0CB7-4F1D-8AC1-25DE7EAE3B2A}" srcId="{344FC1DB-4125-473F-9341-5AA40125FA41}" destId="{313E5F26-5C68-49E9-9432-DFB1AFD000D5}" srcOrd="3" destOrd="0" parTransId="{999B0F41-B22A-4EE1-A05D-E8581A76F388}" sibTransId="{EA515DE9-DCC0-49EE-8DB7-21B57AF9DC09}"/>
    <dgm:cxn modelId="{D8DB5755-638A-4B35-A3A2-8C122EE8CCE7}" type="presOf" srcId="{344FC1DB-4125-473F-9341-5AA40125FA41}" destId="{549233CE-CD82-4FDF-A458-273834304B92}" srcOrd="0" destOrd="0" presId="urn:microsoft.com/office/officeart/2005/8/layout/hList6"/>
    <dgm:cxn modelId="{AFEDD36D-A666-4CF6-8C57-D042A9DECA4B}" srcId="{39CF8BAC-9985-4117-A9EE-BC9CAE0E43D6}" destId="{98BBCB52-0987-47D9-A934-61668982B5E7}" srcOrd="3" destOrd="0" parTransId="{2F0DEAD6-1CF2-40E2-A72F-2AC185CA9ECA}" sibTransId="{FF29DED6-5D29-4024-8EF3-8C6B4924B2FE}"/>
    <dgm:cxn modelId="{BC39A3EB-6D2C-4651-B9BB-0716C7033A3B}" type="presOf" srcId="{00D905AD-6C0F-4ED0-81FE-B027D57446C3}" destId="{DB94B07F-3148-4400-B656-6313AF599149}" srcOrd="0" destOrd="2" presId="urn:microsoft.com/office/officeart/2005/8/layout/hList6"/>
    <dgm:cxn modelId="{8E7B6858-B403-4C99-B002-2B4F8FBDF718}" type="presOf" srcId="{5EE51F66-80AF-4B3A-8D2C-4CC9CA96DA62}" destId="{549233CE-CD82-4FDF-A458-273834304B92}" srcOrd="0" destOrd="2" presId="urn:microsoft.com/office/officeart/2005/8/layout/hList6"/>
    <dgm:cxn modelId="{A2D09E13-48A7-41F4-ADB6-C90A6CDEA8DD}" srcId="{39CF8BAC-9985-4117-A9EE-BC9CAE0E43D6}" destId="{8F685A32-8671-47F3-9033-B1E2D3C844CF}" srcOrd="0" destOrd="0" parTransId="{43D17663-FF12-487A-A992-68DE5957DF81}" sibTransId="{1BFACB19-17DC-4233-9652-4CEE23F1F3F9}"/>
    <dgm:cxn modelId="{8223DD9B-6114-4993-BAE4-AF9EAC975A7C}" srcId="{344FC1DB-4125-473F-9341-5AA40125FA41}" destId="{7AF8C7DA-7846-4B98-B8B0-5133876F2A44}" srcOrd="2" destOrd="0" parTransId="{1B8D721D-B84C-4638-866D-FB2AEDF364D6}" sibTransId="{4F2A708B-8C8A-472B-BC77-6A14919E234A}"/>
    <dgm:cxn modelId="{1BB0F367-9DAC-44CE-992A-18CFF8AB2C5D}" srcId="{344FC1DB-4125-473F-9341-5AA40125FA41}" destId="{30B3287B-225E-4329-9E4C-C835035DDF9C}" srcOrd="4" destOrd="0" parTransId="{F1DB6978-031E-42B8-8757-025B151D3146}" sibTransId="{553FF249-BB1C-458C-B5EE-C7344662FF31}"/>
    <dgm:cxn modelId="{74679E4E-A8DF-4C0A-888C-F0C4E3507698}" srcId="{344FC1DB-4125-473F-9341-5AA40125FA41}" destId="{E159615E-68AF-4C6E-A19B-0C69B8A3CC1D}" srcOrd="0" destOrd="0" parTransId="{EB4376F1-F72E-45B8-B78F-495B739AA373}" sibTransId="{BC17EC84-F5DD-4012-BB73-D3F1D01A49D4}"/>
    <dgm:cxn modelId="{E63603BE-A18B-4517-942B-CBB5FD6AA9BA}" type="presOf" srcId="{8F685A32-8671-47F3-9033-B1E2D3C844CF}" destId="{88358DD4-09DF-4D7D-AE00-B0CE01CBDA2D}" srcOrd="0" destOrd="0" presId="urn:microsoft.com/office/officeart/2005/8/layout/hList6"/>
    <dgm:cxn modelId="{C623F0E3-D7FA-4CED-8E2C-00B2631A00EE}" srcId="{344FC1DB-4125-473F-9341-5AA40125FA41}" destId="{5EE51F66-80AF-4B3A-8D2C-4CC9CA96DA62}" srcOrd="1" destOrd="0" parTransId="{63E595B3-C324-479A-94A0-BA174FEEB167}" sibTransId="{70AD3937-1B8A-4488-89EC-A0628E48B4D2}"/>
    <dgm:cxn modelId="{6B229182-C876-48D6-8ECE-9AB0855E8953}" type="presOf" srcId="{3EE67C6E-6423-463A-9BED-66D9744AD591}" destId="{DB94B07F-3148-4400-B656-6313AF599149}" srcOrd="0" destOrd="1" presId="urn:microsoft.com/office/officeart/2005/8/layout/hList6"/>
    <dgm:cxn modelId="{C4CCEC56-FE09-444A-9CDA-FB472A83C865}" type="presOf" srcId="{313E5F26-5C68-49E9-9432-DFB1AFD000D5}" destId="{549233CE-CD82-4FDF-A458-273834304B92}" srcOrd="0" destOrd="4" presId="urn:microsoft.com/office/officeart/2005/8/layout/hList6"/>
    <dgm:cxn modelId="{DF43EA74-3EB0-4205-B875-7DFFB9B0081E}" srcId="{39CF8BAC-9985-4117-A9EE-BC9CAE0E43D6}" destId="{344FC1DB-4125-473F-9341-5AA40125FA41}" srcOrd="2" destOrd="0" parTransId="{1639A913-9085-4173-9183-4D36CBF980AE}" sibTransId="{2DDE8A21-E4DF-4797-B6C9-3A975E1A1AB3}"/>
    <dgm:cxn modelId="{D05EA7BB-C120-420D-999F-64191D8EA0B0}" type="presOf" srcId="{4D90A738-BF13-4373-9199-53C3F0BD03FB}" destId="{8428548A-5105-43F5-84C4-14BADD37082F}" srcOrd="0" destOrd="0" presId="urn:microsoft.com/office/officeart/2005/8/layout/hList6"/>
    <dgm:cxn modelId="{2A0C2151-4D5A-4E98-9285-96FDF129122D}" type="presOf" srcId="{39CF8BAC-9985-4117-A9EE-BC9CAE0E43D6}" destId="{8E638D8B-8DC7-4BD3-AE9B-A58549333563}" srcOrd="0" destOrd="0" presId="urn:microsoft.com/office/officeart/2005/8/layout/hList6"/>
    <dgm:cxn modelId="{1995E9BD-96D2-436B-B20A-65DE9D760B4A}" type="presOf" srcId="{E159615E-68AF-4C6E-A19B-0C69B8A3CC1D}" destId="{549233CE-CD82-4FDF-A458-273834304B92}" srcOrd="0" destOrd="1" presId="urn:microsoft.com/office/officeart/2005/8/layout/hList6"/>
    <dgm:cxn modelId="{9ECE51F8-A923-4A56-B19A-3323DB72C06E}" srcId="{39CF8BAC-9985-4117-A9EE-BC9CAE0E43D6}" destId="{4D90A738-BF13-4373-9199-53C3F0BD03FB}" srcOrd="1" destOrd="0" parTransId="{A4C42796-2D2A-4E1E-B703-0580A9F2EEAF}" sibTransId="{B2E5A0EB-A4B6-42F0-9D24-116AF97BEB6D}"/>
    <dgm:cxn modelId="{5CFAC21F-BA48-4E4F-A55D-FF8A3E3A2524}" type="presOf" srcId="{98BBCB52-0987-47D9-A934-61668982B5E7}" destId="{DB94B07F-3148-4400-B656-6313AF599149}" srcOrd="0" destOrd="0" presId="urn:microsoft.com/office/officeart/2005/8/layout/hList6"/>
    <dgm:cxn modelId="{DB1A9631-5C62-4886-B966-0FEC88BBA546}" type="presOf" srcId="{30B3287B-225E-4329-9E4C-C835035DDF9C}" destId="{549233CE-CD82-4FDF-A458-273834304B92}" srcOrd="0" destOrd="5" presId="urn:microsoft.com/office/officeart/2005/8/layout/hList6"/>
    <dgm:cxn modelId="{0ABC29DE-2781-4FA8-B5B7-68959D641EEC}" type="presOf" srcId="{7AF8C7DA-7846-4B98-B8B0-5133876F2A44}" destId="{549233CE-CD82-4FDF-A458-273834304B92}" srcOrd="0" destOrd="3" presId="urn:microsoft.com/office/officeart/2005/8/layout/hList6"/>
    <dgm:cxn modelId="{00090997-7DC0-4833-8599-32A301D2364F}" srcId="{98BBCB52-0987-47D9-A934-61668982B5E7}" destId="{3EE67C6E-6423-463A-9BED-66D9744AD591}" srcOrd="0" destOrd="0" parTransId="{B82C988F-EA49-40C8-82E2-C05D36406CEE}" sibTransId="{FCFBB3BE-522A-401B-A114-DE76AE6548BF}"/>
    <dgm:cxn modelId="{A566155C-0B5D-458D-A31B-41560E404C69}" srcId="{98BBCB52-0987-47D9-A934-61668982B5E7}" destId="{00D905AD-6C0F-4ED0-81FE-B027D57446C3}" srcOrd="1" destOrd="0" parTransId="{1DC5DAA0-D459-4226-AA8D-E023FCD2CAA8}" sibTransId="{6A887754-750D-4352-AA31-864A21E7FEFF}"/>
    <dgm:cxn modelId="{2924353E-4A21-4BA7-8F43-6B74855DA3AF}" type="presParOf" srcId="{8E638D8B-8DC7-4BD3-AE9B-A58549333563}" destId="{88358DD4-09DF-4D7D-AE00-B0CE01CBDA2D}" srcOrd="0" destOrd="0" presId="urn:microsoft.com/office/officeart/2005/8/layout/hList6"/>
    <dgm:cxn modelId="{DCE5684B-FA16-4BFA-A6EF-D841EE733397}" type="presParOf" srcId="{8E638D8B-8DC7-4BD3-AE9B-A58549333563}" destId="{1639F229-B55C-4BB8-91DA-6E95ACC71B8A}" srcOrd="1" destOrd="0" presId="urn:microsoft.com/office/officeart/2005/8/layout/hList6"/>
    <dgm:cxn modelId="{1F402E9B-C338-4753-8F1E-094B1FD991D5}" type="presParOf" srcId="{8E638D8B-8DC7-4BD3-AE9B-A58549333563}" destId="{8428548A-5105-43F5-84C4-14BADD37082F}" srcOrd="2" destOrd="0" presId="urn:microsoft.com/office/officeart/2005/8/layout/hList6"/>
    <dgm:cxn modelId="{983DB319-ECA2-4AE7-9D86-1C0BB95969D6}" type="presParOf" srcId="{8E638D8B-8DC7-4BD3-AE9B-A58549333563}" destId="{5C9658D8-F270-404B-AB0C-6AC5476C5F56}" srcOrd="3" destOrd="0" presId="urn:microsoft.com/office/officeart/2005/8/layout/hList6"/>
    <dgm:cxn modelId="{A925E23E-C8FA-4844-AF24-80F056EB2429}" type="presParOf" srcId="{8E638D8B-8DC7-4BD3-AE9B-A58549333563}" destId="{549233CE-CD82-4FDF-A458-273834304B92}" srcOrd="4" destOrd="0" presId="urn:microsoft.com/office/officeart/2005/8/layout/hList6"/>
    <dgm:cxn modelId="{8C22EEB5-116E-494B-8191-D0BFD7D5F131}" type="presParOf" srcId="{8E638D8B-8DC7-4BD3-AE9B-A58549333563}" destId="{6803BB00-C79B-48C1-B5F6-6AAEBA28112C}" srcOrd="5" destOrd="0" presId="urn:microsoft.com/office/officeart/2005/8/layout/hList6"/>
    <dgm:cxn modelId="{93C4788E-C5AF-47C8-B15D-1347C2AE4969}" type="presParOf" srcId="{8E638D8B-8DC7-4BD3-AE9B-A58549333563}" destId="{DB94B07F-3148-4400-B656-6313AF599149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E6B40E-B966-4363-9627-643CA0B48C4B}" type="doc">
      <dgm:prSet loTypeId="urn:microsoft.com/office/officeart/2008/layout/VerticalCurvedList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0CAD6142-A9A6-4312-8551-7C180BE0741C}">
      <dgm:prSet phldrT="[Text]" custT="1"/>
      <dgm:spPr/>
      <dgm:t>
        <a:bodyPr/>
        <a:lstStyle/>
        <a:p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Standardized column names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39284F-A8FB-4F67-865D-AD58E3378067}" type="parTrans" cxnId="{03219A1A-970B-4E57-9DD2-F6DB64DE9037}">
      <dgm:prSet/>
      <dgm:spPr/>
      <dgm:t>
        <a:bodyPr/>
        <a:lstStyle/>
        <a:p>
          <a:endParaRPr lang="en-US"/>
        </a:p>
      </dgm:t>
    </dgm:pt>
    <dgm:pt modelId="{7E7BC850-3C9B-4FC2-BB1B-0A3E4E23A200}" type="sibTrans" cxnId="{03219A1A-970B-4E57-9DD2-F6DB64DE9037}">
      <dgm:prSet/>
      <dgm:spPr/>
      <dgm:t>
        <a:bodyPr/>
        <a:lstStyle/>
        <a:p>
          <a:endParaRPr lang="en-US"/>
        </a:p>
      </dgm:t>
    </dgm:pt>
    <dgm:pt modelId="{737E4B3F-F2BA-4F40-B9F7-B650389D66D0}">
      <dgm:prSet phldrT="[Text]" custT="1"/>
      <dgm:spPr/>
      <dgm:t>
        <a:bodyPr/>
        <a:lstStyle/>
        <a:p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Converted incorrect data types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25BA2B-C633-44B5-A22B-3967FCCD884A}" type="parTrans" cxnId="{0F94079C-BD55-4E4D-BE53-A5C316D4DD88}">
      <dgm:prSet/>
      <dgm:spPr/>
      <dgm:t>
        <a:bodyPr/>
        <a:lstStyle/>
        <a:p>
          <a:endParaRPr lang="en-US"/>
        </a:p>
      </dgm:t>
    </dgm:pt>
    <dgm:pt modelId="{6757CCAE-E62C-4E07-8CB0-3C965048E4AE}" type="sibTrans" cxnId="{0F94079C-BD55-4E4D-BE53-A5C316D4DD88}">
      <dgm:prSet/>
      <dgm:spPr/>
      <dgm:t>
        <a:bodyPr/>
        <a:lstStyle/>
        <a:p>
          <a:endParaRPr lang="en-US"/>
        </a:p>
      </dgm:t>
    </dgm:pt>
    <dgm:pt modelId="{1B9772FE-150C-4E0B-99B5-C3CF4B2CBDE7}">
      <dgm:prSet custT="1"/>
      <dgm:spPr/>
      <dgm:t>
        <a:bodyPr/>
        <a:lstStyle/>
        <a:p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Handled missing values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14E91E-FC51-465F-BDE5-ED803EC3C930}" type="parTrans" cxnId="{B5E9E8FD-9745-41B3-A288-E283E730A4F5}">
      <dgm:prSet/>
      <dgm:spPr/>
      <dgm:t>
        <a:bodyPr/>
        <a:lstStyle/>
        <a:p>
          <a:endParaRPr lang="en-US"/>
        </a:p>
      </dgm:t>
    </dgm:pt>
    <dgm:pt modelId="{E20D1A40-994D-426F-A2A8-5B114A458DDD}" type="sibTrans" cxnId="{B5E9E8FD-9745-41B3-A288-E283E730A4F5}">
      <dgm:prSet/>
      <dgm:spPr/>
      <dgm:t>
        <a:bodyPr/>
        <a:lstStyle/>
        <a:p>
          <a:endParaRPr lang="en-US"/>
        </a:p>
      </dgm:t>
    </dgm:pt>
    <dgm:pt modelId="{27471617-3B6F-4E01-B029-895E35DE8E8D}">
      <dgm:prSet custT="1"/>
      <dgm:spPr/>
      <dgm:t>
        <a:bodyPr/>
        <a:lstStyle/>
        <a:p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Removed duplicate records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7DE7EE-C1BA-406F-9132-426508E1C4F8}" type="parTrans" cxnId="{91A6FA1D-44C9-462F-B719-D8C30DAD2DFB}">
      <dgm:prSet/>
      <dgm:spPr/>
      <dgm:t>
        <a:bodyPr/>
        <a:lstStyle/>
        <a:p>
          <a:endParaRPr lang="en-US"/>
        </a:p>
      </dgm:t>
    </dgm:pt>
    <dgm:pt modelId="{AF2119FC-9A76-455E-A484-818BA468515C}" type="sibTrans" cxnId="{91A6FA1D-44C9-462F-B719-D8C30DAD2DFB}">
      <dgm:prSet/>
      <dgm:spPr/>
      <dgm:t>
        <a:bodyPr/>
        <a:lstStyle/>
        <a:p>
          <a:endParaRPr lang="en-US"/>
        </a:p>
      </dgm:t>
    </dgm:pt>
    <dgm:pt modelId="{B6C7CE26-F79B-461E-9789-247D55E8A41F}">
      <dgm:prSet custT="1"/>
      <dgm:spPr/>
      <dgm:t>
        <a:bodyPr/>
        <a:lstStyle/>
        <a:p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Prepared clean dataset for analysis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94ADAC-6222-49F9-89D1-9ED0A3372E1A}" type="parTrans" cxnId="{7CB6884A-BB45-4D05-B26C-3B6B17CAFD1E}">
      <dgm:prSet/>
      <dgm:spPr/>
      <dgm:t>
        <a:bodyPr/>
        <a:lstStyle/>
        <a:p>
          <a:endParaRPr lang="en-US"/>
        </a:p>
      </dgm:t>
    </dgm:pt>
    <dgm:pt modelId="{4581495A-3BE3-466D-9DAA-03A75853BA5D}" type="sibTrans" cxnId="{7CB6884A-BB45-4D05-B26C-3B6B17CAFD1E}">
      <dgm:prSet/>
      <dgm:spPr/>
      <dgm:t>
        <a:bodyPr/>
        <a:lstStyle/>
        <a:p>
          <a:endParaRPr lang="en-US"/>
        </a:p>
      </dgm:t>
    </dgm:pt>
    <dgm:pt modelId="{CFBB9BA9-6128-429F-BCAE-1158315F98DB}" type="pres">
      <dgm:prSet presAssocID="{20E6B40E-B966-4363-9627-643CA0B48C4B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252D090D-F383-4008-A2C9-74311BC6B117}" type="pres">
      <dgm:prSet presAssocID="{20E6B40E-B966-4363-9627-643CA0B48C4B}" presName="Name1" presStyleCnt="0"/>
      <dgm:spPr/>
    </dgm:pt>
    <dgm:pt modelId="{05CAF21B-5814-4D4D-9016-8B8F1DEA2012}" type="pres">
      <dgm:prSet presAssocID="{20E6B40E-B966-4363-9627-643CA0B48C4B}" presName="cycle" presStyleCnt="0"/>
      <dgm:spPr/>
    </dgm:pt>
    <dgm:pt modelId="{761D400A-82A0-49F3-89C9-C2D34C752796}" type="pres">
      <dgm:prSet presAssocID="{20E6B40E-B966-4363-9627-643CA0B48C4B}" presName="srcNode" presStyleLbl="node1" presStyleIdx="0" presStyleCnt="5"/>
      <dgm:spPr/>
    </dgm:pt>
    <dgm:pt modelId="{6A5AE87F-0DC8-43B6-8020-3047A3F27546}" type="pres">
      <dgm:prSet presAssocID="{20E6B40E-B966-4363-9627-643CA0B48C4B}" presName="conn" presStyleLbl="parChTrans1D2" presStyleIdx="0" presStyleCnt="1"/>
      <dgm:spPr/>
      <dgm:t>
        <a:bodyPr/>
        <a:lstStyle/>
        <a:p>
          <a:endParaRPr lang="en-US"/>
        </a:p>
      </dgm:t>
    </dgm:pt>
    <dgm:pt modelId="{606523D5-4F7C-4C03-B559-514B426CD85D}" type="pres">
      <dgm:prSet presAssocID="{20E6B40E-B966-4363-9627-643CA0B48C4B}" presName="extraNode" presStyleLbl="node1" presStyleIdx="0" presStyleCnt="5"/>
      <dgm:spPr/>
    </dgm:pt>
    <dgm:pt modelId="{06C0F9D8-3C93-429B-BDA4-957DD78E57E2}" type="pres">
      <dgm:prSet presAssocID="{20E6B40E-B966-4363-9627-643CA0B48C4B}" presName="dstNode" presStyleLbl="node1" presStyleIdx="0" presStyleCnt="5"/>
      <dgm:spPr/>
    </dgm:pt>
    <dgm:pt modelId="{A7534AD5-3BCE-45D0-8043-7B24104C879F}" type="pres">
      <dgm:prSet presAssocID="{0CAD6142-A9A6-4312-8551-7C180BE0741C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7BDEC4-B638-499C-8CDA-FD419330220B}" type="pres">
      <dgm:prSet presAssocID="{0CAD6142-A9A6-4312-8551-7C180BE0741C}" presName="accent_1" presStyleCnt="0"/>
      <dgm:spPr/>
    </dgm:pt>
    <dgm:pt modelId="{C9893442-7894-4FA6-857F-9B9D96732D98}" type="pres">
      <dgm:prSet presAssocID="{0CAD6142-A9A6-4312-8551-7C180BE0741C}" presName="accentRepeatNode" presStyleLbl="solidFgAcc1" presStyleIdx="0" presStyleCnt="5"/>
      <dgm:spPr/>
    </dgm:pt>
    <dgm:pt modelId="{1339EDBC-2A20-473E-BA63-7694D399CDD6}" type="pres">
      <dgm:prSet presAssocID="{737E4B3F-F2BA-4F40-B9F7-B650389D66D0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29FAC5-4B52-453B-844D-D508903AA759}" type="pres">
      <dgm:prSet presAssocID="{737E4B3F-F2BA-4F40-B9F7-B650389D66D0}" presName="accent_2" presStyleCnt="0"/>
      <dgm:spPr/>
    </dgm:pt>
    <dgm:pt modelId="{E2098387-D504-4D60-B08E-57BDC653E896}" type="pres">
      <dgm:prSet presAssocID="{737E4B3F-F2BA-4F40-B9F7-B650389D66D0}" presName="accentRepeatNode" presStyleLbl="solidFgAcc1" presStyleIdx="1" presStyleCnt="5"/>
      <dgm:spPr/>
    </dgm:pt>
    <dgm:pt modelId="{5315EFAC-8E0B-42B3-9EA0-7F0F9B90DA25}" type="pres">
      <dgm:prSet presAssocID="{1B9772FE-150C-4E0B-99B5-C3CF4B2CBDE7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37D06-BCAB-4476-A2B4-E9092E5A5E7F}" type="pres">
      <dgm:prSet presAssocID="{1B9772FE-150C-4E0B-99B5-C3CF4B2CBDE7}" presName="accent_3" presStyleCnt="0"/>
      <dgm:spPr/>
    </dgm:pt>
    <dgm:pt modelId="{F41F4C28-ADF2-4748-BC90-191B690EC751}" type="pres">
      <dgm:prSet presAssocID="{1B9772FE-150C-4E0B-99B5-C3CF4B2CBDE7}" presName="accentRepeatNode" presStyleLbl="solidFgAcc1" presStyleIdx="2" presStyleCnt="5"/>
      <dgm:spPr/>
    </dgm:pt>
    <dgm:pt modelId="{8853FAEB-F454-4F09-9FF3-9030A34E9155}" type="pres">
      <dgm:prSet presAssocID="{27471617-3B6F-4E01-B029-895E35DE8E8D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DFFE25-37E5-4F8D-8FEF-FB342934DDB8}" type="pres">
      <dgm:prSet presAssocID="{27471617-3B6F-4E01-B029-895E35DE8E8D}" presName="accent_4" presStyleCnt="0"/>
      <dgm:spPr/>
    </dgm:pt>
    <dgm:pt modelId="{E8C4BC63-ACB8-4DC6-B13F-7EDF64272903}" type="pres">
      <dgm:prSet presAssocID="{27471617-3B6F-4E01-B029-895E35DE8E8D}" presName="accentRepeatNode" presStyleLbl="solidFgAcc1" presStyleIdx="3" presStyleCnt="5"/>
      <dgm:spPr/>
    </dgm:pt>
    <dgm:pt modelId="{2C207BDB-7172-4C7F-9780-E52F233D64E1}" type="pres">
      <dgm:prSet presAssocID="{B6C7CE26-F79B-461E-9789-247D55E8A41F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B94D92-2EF4-4D43-8E92-F6A582C75F86}" type="pres">
      <dgm:prSet presAssocID="{B6C7CE26-F79B-461E-9789-247D55E8A41F}" presName="accent_5" presStyleCnt="0"/>
      <dgm:spPr/>
    </dgm:pt>
    <dgm:pt modelId="{365A9F7F-D885-4B38-8548-1EBB42AB7AE7}" type="pres">
      <dgm:prSet presAssocID="{B6C7CE26-F79B-461E-9789-247D55E8A41F}" presName="accentRepeatNode" presStyleLbl="solidFgAcc1" presStyleIdx="4" presStyleCnt="5"/>
      <dgm:spPr/>
    </dgm:pt>
  </dgm:ptLst>
  <dgm:cxnLst>
    <dgm:cxn modelId="{B5E9E8FD-9745-41B3-A288-E283E730A4F5}" srcId="{20E6B40E-B966-4363-9627-643CA0B48C4B}" destId="{1B9772FE-150C-4E0B-99B5-C3CF4B2CBDE7}" srcOrd="2" destOrd="0" parTransId="{BC14E91E-FC51-465F-BDE5-ED803EC3C930}" sibTransId="{E20D1A40-994D-426F-A2A8-5B114A458DDD}"/>
    <dgm:cxn modelId="{69B36622-6E17-4451-8EF7-78A3A4BA8941}" type="presOf" srcId="{27471617-3B6F-4E01-B029-895E35DE8E8D}" destId="{8853FAEB-F454-4F09-9FF3-9030A34E9155}" srcOrd="0" destOrd="0" presId="urn:microsoft.com/office/officeart/2008/layout/VerticalCurvedList"/>
    <dgm:cxn modelId="{7CB6884A-BB45-4D05-B26C-3B6B17CAFD1E}" srcId="{20E6B40E-B966-4363-9627-643CA0B48C4B}" destId="{B6C7CE26-F79B-461E-9789-247D55E8A41F}" srcOrd="4" destOrd="0" parTransId="{1794ADAC-6222-49F9-89D1-9ED0A3372E1A}" sibTransId="{4581495A-3BE3-466D-9DAA-03A75853BA5D}"/>
    <dgm:cxn modelId="{0F94079C-BD55-4E4D-BE53-A5C316D4DD88}" srcId="{20E6B40E-B966-4363-9627-643CA0B48C4B}" destId="{737E4B3F-F2BA-4F40-B9F7-B650389D66D0}" srcOrd="1" destOrd="0" parTransId="{B125BA2B-C633-44B5-A22B-3967FCCD884A}" sibTransId="{6757CCAE-E62C-4E07-8CB0-3C965048E4AE}"/>
    <dgm:cxn modelId="{462FBC49-D4FA-45A1-99B7-88DF746404E4}" type="presOf" srcId="{0CAD6142-A9A6-4312-8551-7C180BE0741C}" destId="{A7534AD5-3BCE-45D0-8043-7B24104C879F}" srcOrd="0" destOrd="0" presId="urn:microsoft.com/office/officeart/2008/layout/VerticalCurvedList"/>
    <dgm:cxn modelId="{8AD773BB-AADC-47A5-9DE8-79EB9EB4488D}" type="presOf" srcId="{1B9772FE-150C-4E0B-99B5-C3CF4B2CBDE7}" destId="{5315EFAC-8E0B-42B3-9EA0-7F0F9B90DA25}" srcOrd="0" destOrd="0" presId="urn:microsoft.com/office/officeart/2008/layout/VerticalCurvedList"/>
    <dgm:cxn modelId="{845C61A5-B87E-4705-AB71-F7E8134D7067}" type="presOf" srcId="{737E4B3F-F2BA-4F40-B9F7-B650389D66D0}" destId="{1339EDBC-2A20-473E-BA63-7694D399CDD6}" srcOrd="0" destOrd="0" presId="urn:microsoft.com/office/officeart/2008/layout/VerticalCurvedList"/>
    <dgm:cxn modelId="{FEE52D3C-4792-4B0E-B46F-23C059401847}" type="presOf" srcId="{20E6B40E-B966-4363-9627-643CA0B48C4B}" destId="{CFBB9BA9-6128-429F-BCAE-1158315F98DB}" srcOrd="0" destOrd="0" presId="urn:microsoft.com/office/officeart/2008/layout/VerticalCurvedList"/>
    <dgm:cxn modelId="{91A6FA1D-44C9-462F-B719-D8C30DAD2DFB}" srcId="{20E6B40E-B966-4363-9627-643CA0B48C4B}" destId="{27471617-3B6F-4E01-B029-895E35DE8E8D}" srcOrd="3" destOrd="0" parTransId="{AD7DE7EE-C1BA-406F-9132-426508E1C4F8}" sibTransId="{AF2119FC-9A76-455E-A484-818BA468515C}"/>
    <dgm:cxn modelId="{B5105981-B1EE-4789-9B2F-69BC1F15EF54}" type="presOf" srcId="{B6C7CE26-F79B-461E-9789-247D55E8A41F}" destId="{2C207BDB-7172-4C7F-9780-E52F233D64E1}" srcOrd="0" destOrd="0" presId="urn:microsoft.com/office/officeart/2008/layout/VerticalCurvedList"/>
    <dgm:cxn modelId="{03219A1A-970B-4E57-9DD2-F6DB64DE9037}" srcId="{20E6B40E-B966-4363-9627-643CA0B48C4B}" destId="{0CAD6142-A9A6-4312-8551-7C180BE0741C}" srcOrd="0" destOrd="0" parTransId="{6A39284F-A8FB-4F67-865D-AD58E3378067}" sibTransId="{7E7BC850-3C9B-4FC2-BB1B-0A3E4E23A200}"/>
    <dgm:cxn modelId="{B7EA74F3-6973-404A-9285-E5A75D8E207D}" type="presOf" srcId="{7E7BC850-3C9B-4FC2-BB1B-0A3E4E23A200}" destId="{6A5AE87F-0DC8-43B6-8020-3047A3F27546}" srcOrd="0" destOrd="0" presId="urn:microsoft.com/office/officeart/2008/layout/VerticalCurvedList"/>
    <dgm:cxn modelId="{65EBEE59-D62E-4B11-AE14-0B9C337D10F8}" type="presParOf" srcId="{CFBB9BA9-6128-429F-BCAE-1158315F98DB}" destId="{252D090D-F383-4008-A2C9-74311BC6B117}" srcOrd="0" destOrd="0" presId="urn:microsoft.com/office/officeart/2008/layout/VerticalCurvedList"/>
    <dgm:cxn modelId="{62A03B37-8C16-477E-AEF1-0D669B7EE5A3}" type="presParOf" srcId="{252D090D-F383-4008-A2C9-74311BC6B117}" destId="{05CAF21B-5814-4D4D-9016-8B8F1DEA2012}" srcOrd="0" destOrd="0" presId="urn:microsoft.com/office/officeart/2008/layout/VerticalCurvedList"/>
    <dgm:cxn modelId="{3E1F0457-1052-411A-B835-6C135DC0D58E}" type="presParOf" srcId="{05CAF21B-5814-4D4D-9016-8B8F1DEA2012}" destId="{761D400A-82A0-49F3-89C9-C2D34C752796}" srcOrd="0" destOrd="0" presId="urn:microsoft.com/office/officeart/2008/layout/VerticalCurvedList"/>
    <dgm:cxn modelId="{8EFF158C-F1BD-4227-BF77-86603CE3589B}" type="presParOf" srcId="{05CAF21B-5814-4D4D-9016-8B8F1DEA2012}" destId="{6A5AE87F-0DC8-43B6-8020-3047A3F27546}" srcOrd="1" destOrd="0" presId="urn:microsoft.com/office/officeart/2008/layout/VerticalCurvedList"/>
    <dgm:cxn modelId="{F7C5DAD4-C102-4BE4-BFDB-C6FDE2BC9ECC}" type="presParOf" srcId="{05CAF21B-5814-4D4D-9016-8B8F1DEA2012}" destId="{606523D5-4F7C-4C03-B559-514B426CD85D}" srcOrd="2" destOrd="0" presId="urn:microsoft.com/office/officeart/2008/layout/VerticalCurvedList"/>
    <dgm:cxn modelId="{3E8B6305-FD2F-459E-87E1-97E11EC1D50F}" type="presParOf" srcId="{05CAF21B-5814-4D4D-9016-8B8F1DEA2012}" destId="{06C0F9D8-3C93-429B-BDA4-957DD78E57E2}" srcOrd="3" destOrd="0" presId="urn:microsoft.com/office/officeart/2008/layout/VerticalCurvedList"/>
    <dgm:cxn modelId="{DFD2E7E3-91CB-4693-BE16-8CEF4FBCC3A1}" type="presParOf" srcId="{252D090D-F383-4008-A2C9-74311BC6B117}" destId="{A7534AD5-3BCE-45D0-8043-7B24104C879F}" srcOrd="1" destOrd="0" presId="urn:microsoft.com/office/officeart/2008/layout/VerticalCurvedList"/>
    <dgm:cxn modelId="{011C8EC1-72B4-4305-AD9F-D369515E6FD2}" type="presParOf" srcId="{252D090D-F383-4008-A2C9-74311BC6B117}" destId="{387BDEC4-B638-499C-8CDA-FD419330220B}" srcOrd="2" destOrd="0" presId="urn:microsoft.com/office/officeart/2008/layout/VerticalCurvedList"/>
    <dgm:cxn modelId="{D9DA024C-653B-4BCA-BD8F-C7E7F35AAE87}" type="presParOf" srcId="{387BDEC4-B638-499C-8CDA-FD419330220B}" destId="{C9893442-7894-4FA6-857F-9B9D96732D98}" srcOrd="0" destOrd="0" presId="urn:microsoft.com/office/officeart/2008/layout/VerticalCurvedList"/>
    <dgm:cxn modelId="{9748DB69-CE1E-4901-892F-05C276D7EE69}" type="presParOf" srcId="{252D090D-F383-4008-A2C9-74311BC6B117}" destId="{1339EDBC-2A20-473E-BA63-7694D399CDD6}" srcOrd="3" destOrd="0" presId="urn:microsoft.com/office/officeart/2008/layout/VerticalCurvedList"/>
    <dgm:cxn modelId="{D0AC71FE-11FF-49A8-B561-FE169B3DE286}" type="presParOf" srcId="{252D090D-F383-4008-A2C9-74311BC6B117}" destId="{D129FAC5-4B52-453B-844D-D508903AA759}" srcOrd="4" destOrd="0" presId="urn:microsoft.com/office/officeart/2008/layout/VerticalCurvedList"/>
    <dgm:cxn modelId="{B45A324D-6CDB-4BEB-BDFB-EC294EFD32C1}" type="presParOf" srcId="{D129FAC5-4B52-453B-844D-D508903AA759}" destId="{E2098387-D504-4D60-B08E-57BDC653E896}" srcOrd="0" destOrd="0" presId="urn:microsoft.com/office/officeart/2008/layout/VerticalCurvedList"/>
    <dgm:cxn modelId="{B0F19B1E-8AD4-47BA-8D31-E2CB3E01C7B8}" type="presParOf" srcId="{252D090D-F383-4008-A2C9-74311BC6B117}" destId="{5315EFAC-8E0B-42B3-9EA0-7F0F9B90DA25}" srcOrd="5" destOrd="0" presId="urn:microsoft.com/office/officeart/2008/layout/VerticalCurvedList"/>
    <dgm:cxn modelId="{9C12CCD5-9F03-4D91-897F-386C314147AE}" type="presParOf" srcId="{252D090D-F383-4008-A2C9-74311BC6B117}" destId="{E2437D06-BCAB-4476-A2B4-E9092E5A5E7F}" srcOrd="6" destOrd="0" presId="urn:microsoft.com/office/officeart/2008/layout/VerticalCurvedList"/>
    <dgm:cxn modelId="{25B1406A-1F36-449E-B2D8-AEFC3D117318}" type="presParOf" srcId="{E2437D06-BCAB-4476-A2B4-E9092E5A5E7F}" destId="{F41F4C28-ADF2-4748-BC90-191B690EC751}" srcOrd="0" destOrd="0" presId="urn:microsoft.com/office/officeart/2008/layout/VerticalCurvedList"/>
    <dgm:cxn modelId="{B3406756-169F-40DD-8E4A-6C5846189C42}" type="presParOf" srcId="{252D090D-F383-4008-A2C9-74311BC6B117}" destId="{8853FAEB-F454-4F09-9FF3-9030A34E9155}" srcOrd="7" destOrd="0" presId="urn:microsoft.com/office/officeart/2008/layout/VerticalCurvedList"/>
    <dgm:cxn modelId="{5C5162DD-816F-42AB-94A1-26D88023BB26}" type="presParOf" srcId="{252D090D-F383-4008-A2C9-74311BC6B117}" destId="{34DFFE25-37E5-4F8D-8FEF-FB342934DDB8}" srcOrd="8" destOrd="0" presId="urn:microsoft.com/office/officeart/2008/layout/VerticalCurvedList"/>
    <dgm:cxn modelId="{3DB56555-14BE-4AC5-93B1-E7EC9DB3859C}" type="presParOf" srcId="{34DFFE25-37E5-4F8D-8FEF-FB342934DDB8}" destId="{E8C4BC63-ACB8-4DC6-B13F-7EDF64272903}" srcOrd="0" destOrd="0" presId="urn:microsoft.com/office/officeart/2008/layout/VerticalCurvedList"/>
    <dgm:cxn modelId="{4EC4AA2C-E1FE-408C-831E-FF9F21836590}" type="presParOf" srcId="{252D090D-F383-4008-A2C9-74311BC6B117}" destId="{2C207BDB-7172-4C7F-9780-E52F233D64E1}" srcOrd="9" destOrd="0" presId="urn:microsoft.com/office/officeart/2008/layout/VerticalCurvedList"/>
    <dgm:cxn modelId="{A710422E-2011-472C-802E-E051735F5DD0}" type="presParOf" srcId="{252D090D-F383-4008-A2C9-74311BC6B117}" destId="{84B94D92-2EF4-4D43-8E92-F6A582C75F86}" srcOrd="10" destOrd="0" presId="urn:microsoft.com/office/officeart/2008/layout/VerticalCurvedList"/>
    <dgm:cxn modelId="{2EAD2AA7-601A-47CB-8382-7DF2003C835E}" type="presParOf" srcId="{84B94D92-2EF4-4D43-8E92-F6A582C75F86}" destId="{365A9F7F-D885-4B38-8548-1EBB42AB7AE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09D7A7-7FE3-4DBC-B398-F0E19F14B2EE}" type="doc">
      <dgm:prSet loTypeId="urn:microsoft.com/office/officeart/2005/8/layout/radial6" loCatId="cycle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C758436-0646-4F81-8ADC-76719DE0C553}">
      <dgm:prSet phldrT="[Text]" custT="1"/>
      <dgm:spPr/>
      <dgm:t>
        <a:bodyPr/>
        <a:lstStyle/>
        <a:p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Analyzed churn distribution</a:t>
          </a:r>
        </a:p>
      </dgm:t>
    </dgm:pt>
    <dgm:pt modelId="{3987DD67-90C0-4789-9E23-D31C86D41063}" type="parTrans" cxnId="{2E2D7F0A-D2E8-49EF-B429-F2A55805DB9D}">
      <dgm:prSet/>
      <dgm:spPr/>
      <dgm:t>
        <a:bodyPr/>
        <a:lstStyle/>
        <a:p>
          <a:endParaRPr lang="en-US"/>
        </a:p>
      </dgm:t>
    </dgm:pt>
    <dgm:pt modelId="{12BE0010-603C-4E45-A342-18553A52D8F4}" type="sibTrans" cxnId="{2E2D7F0A-D2E8-49EF-B429-F2A55805DB9D}">
      <dgm:prSet/>
      <dgm:spPr/>
      <dgm:t>
        <a:bodyPr/>
        <a:lstStyle/>
        <a:p>
          <a:endParaRPr lang="en-US"/>
        </a:p>
      </dgm:t>
    </dgm:pt>
    <dgm:pt modelId="{B51DEC42-8C41-45F2-861F-880FC846C432}">
      <dgm:prSet phldrT="[Text]"/>
      <dgm:spPr/>
      <dgm:t>
        <a:bodyPr/>
        <a:lstStyle/>
        <a:p>
          <a:endParaRPr lang="en-US" dirty="0"/>
        </a:p>
      </dgm:t>
    </dgm:pt>
    <dgm:pt modelId="{CBF7B97C-DA5D-4854-B110-3C710E728F75}" type="parTrans" cxnId="{20C1C919-9317-4C1F-B680-EC10FF76D261}">
      <dgm:prSet/>
      <dgm:spPr/>
      <dgm:t>
        <a:bodyPr/>
        <a:lstStyle/>
        <a:p>
          <a:endParaRPr lang="en-US"/>
        </a:p>
      </dgm:t>
    </dgm:pt>
    <dgm:pt modelId="{C4E5CE6C-4943-46D0-8994-FC619AAD54A1}" type="sibTrans" cxnId="{20C1C919-9317-4C1F-B680-EC10FF76D261}">
      <dgm:prSet/>
      <dgm:spPr/>
      <dgm:t>
        <a:bodyPr/>
        <a:lstStyle/>
        <a:p>
          <a:endParaRPr lang="en-US"/>
        </a:p>
      </dgm:t>
    </dgm:pt>
    <dgm:pt modelId="{F1E7BC0F-5FF1-4D4E-8082-3E6B9080B802}">
      <dgm:prSet phldrT="[Text]" custT="1"/>
      <dgm:spPr/>
      <dgm:t>
        <a:bodyPr/>
        <a:lstStyle/>
        <a:p>
          <a:r>
            <a: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Visualized insights using plots</a:t>
          </a:r>
        </a:p>
      </dgm:t>
    </dgm:pt>
    <dgm:pt modelId="{43FBFDC4-B877-4441-8FA9-3E2E1E76669A}" type="sibTrans" cxnId="{6481BB75-C3D6-4DC9-BB27-819D280082D9}">
      <dgm:prSet/>
      <dgm:spPr/>
      <dgm:t>
        <a:bodyPr/>
        <a:lstStyle/>
        <a:p>
          <a:endParaRPr lang="en-US"/>
        </a:p>
      </dgm:t>
    </dgm:pt>
    <dgm:pt modelId="{6318CFE7-0190-4626-A7E8-98998BB1E716}" type="parTrans" cxnId="{6481BB75-C3D6-4DC9-BB27-819D280082D9}">
      <dgm:prSet/>
      <dgm:spPr/>
      <dgm:t>
        <a:bodyPr/>
        <a:lstStyle/>
        <a:p>
          <a:endParaRPr lang="en-US"/>
        </a:p>
      </dgm:t>
    </dgm:pt>
    <dgm:pt modelId="{B71E34F2-CDF9-42A7-BC6C-D331660D7B38}">
      <dgm:prSet phldrT="[Text]" custT="1"/>
      <dgm:spPr/>
      <dgm:t>
        <a:bodyPr/>
        <a:lstStyle/>
        <a:p>
          <a:r>
            <a: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Studied tenure impact on churn</a:t>
          </a:r>
        </a:p>
      </dgm:t>
    </dgm:pt>
    <dgm:pt modelId="{449B372D-A8E9-433E-A887-E7E454076FF6}" type="sibTrans" cxnId="{2FA6A952-7066-4A32-95D5-8A34F008A3D3}">
      <dgm:prSet/>
      <dgm:spPr/>
      <dgm:t>
        <a:bodyPr/>
        <a:lstStyle/>
        <a:p>
          <a:endParaRPr lang="en-US"/>
        </a:p>
      </dgm:t>
    </dgm:pt>
    <dgm:pt modelId="{74F20869-AC55-4F44-878E-E9A6634E2B07}" type="parTrans" cxnId="{2FA6A952-7066-4A32-95D5-8A34F008A3D3}">
      <dgm:prSet/>
      <dgm:spPr/>
      <dgm:t>
        <a:bodyPr/>
        <a:lstStyle/>
        <a:p>
          <a:endParaRPr lang="en-US"/>
        </a:p>
      </dgm:t>
    </dgm:pt>
    <dgm:pt modelId="{5E8ED7C3-8C3E-40B5-915E-201BEA8AB0E2}">
      <dgm:prSet phldrT="[Text]" custT="1"/>
      <dgm:spPr/>
      <dgm:t>
        <a:bodyPr/>
        <a:lstStyle/>
        <a:p>
          <a:r>
            <a: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Compared monthly charges across churn groups</a:t>
          </a:r>
        </a:p>
      </dgm:t>
    </dgm:pt>
    <dgm:pt modelId="{34DCD029-CE85-4E84-8414-4B8C31DABC29}" type="sibTrans" cxnId="{2440D9D8-8B90-4FE3-A43D-64207FA57D67}">
      <dgm:prSet/>
      <dgm:spPr/>
      <dgm:t>
        <a:bodyPr/>
        <a:lstStyle/>
        <a:p>
          <a:endParaRPr lang="en-US"/>
        </a:p>
      </dgm:t>
    </dgm:pt>
    <dgm:pt modelId="{3A2E1AB3-C4FC-4555-870A-DDFFF01EC22F}" type="parTrans" cxnId="{2440D9D8-8B90-4FE3-A43D-64207FA57D67}">
      <dgm:prSet/>
      <dgm:spPr/>
      <dgm:t>
        <a:bodyPr/>
        <a:lstStyle/>
        <a:p>
          <a:endParaRPr lang="en-US"/>
        </a:p>
      </dgm:t>
    </dgm:pt>
    <dgm:pt modelId="{52C89858-68E0-4FD1-B103-5B94916BB0B2}" type="pres">
      <dgm:prSet presAssocID="{2E09D7A7-7FE3-4DBC-B398-F0E19F14B2EE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5A7EFA-A84F-4150-BCCB-BD9E2936BDAA}" type="pres">
      <dgm:prSet presAssocID="{CC758436-0646-4F81-8ADC-76719DE0C553}" presName="centerShape" presStyleLbl="node0" presStyleIdx="0" presStyleCnt="1"/>
      <dgm:spPr/>
      <dgm:t>
        <a:bodyPr/>
        <a:lstStyle/>
        <a:p>
          <a:endParaRPr lang="en-US"/>
        </a:p>
      </dgm:t>
    </dgm:pt>
    <dgm:pt modelId="{B46C01A6-3564-4C0E-8062-F39B99C75A68}" type="pres">
      <dgm:prSet presAssocID="{5E8ED7C3-8C3E-40B5-915E-201BEA8AB0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F3047B-F560-4FA6-A795-99B0410D7B48}" type="pres">
      <dgm:prSet presAssocID="{5E8ED7C3-8C3E-40B5-915E-201BEA8AB0E2}" presName="dummy" presStyleCnt="0"/>
      <dgm:spPr/>
    </dgm:pt>
    <dgm:pt modelId="{CE8C6216-1D76-49B6-AB92-5651B6DAA23B}" type="pres">
      <dgm:prSet presAssocID="{34DCD029-CE85-4E84-8414-4B8C31DABC29}" presName="sibTrans" presStyleLbl="sibTrans2D1" presStyleIdx="0" presStyleCnt="3"/>
      <dgm:spPr/>
      <dgm:t>
        <a:bodyPr/>
        <a:lstStyle/>
        <a:p>
          <a:endParaRPr lang="en-US"/>
        </a:p>
      </dgm:t>
    </dgm:pt>
    <dgm:pt modelId="{25B7136B-D35A-4E16-AA46-5740B7D08259}" type="pres">
      <dgm:prSet presAssocID="{B71E34F2-CDF9-42A7-BC6C-D331660D7B38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036139-BE83-452D-A7F4-0193BC8F56F6}" type="pres">
      <dgm:prSet presAssocID="{B71E34F2-CDF9-42A7-BC6C-D331660D7B38}" presName="dummy" presStyleCnt="0"/>
      <dgm:spPr/>
    </dgm:pt>
    <dgm:pt modelId="{DFF3EF17-0754-48D0-A9D4-7912B3D35DCE}" type="pres">
      <dgm:prSet presAssocID="{449B372D-A8E9-433E-A887-E7E454076FF6}" presName="sibTrans" presStyleLbl="sibTrans2D1" presStyleIdx="1" presStyleCnt="3"/>
      <dgm:spPr/>
      <dgm:t>
        <a:bodyPr/>
        <a:lstStyle/>
        <a:p>
          <a:endParaRPr lang="en-US"/>
        </a:p>
      </dgm:t>
    </dgm:pt>
    <dgm:pt modelId="{AD295C93-97FC-4A33-BFEB-9B8BE6827200}" type="pres">
      <dgm:prSet presAssocID="{F1E7BC0F-5FF1-4D4E-8082-3E6B9080B80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D16361-F491-47DB-8E76-9AE82E28B951}" type="pres">
      <dgm:prSet presAssocID="{F1E7BC0F-5FF1-4D4E-8082-3E6B9080B802}" presName="dummy" presStyleCnt="0"/>
      <dgm:spPr/>
    </dgm:pt>
    <dgm:pt modelId="{65B70A37-E88F-4ECE-A0E3-4E703013AD87}" type="pres">
      <dgm:prSet presAssocID="{43FBFDC4-B877-4441-8FA9-3E2E1E76669A}" presName="sibTrans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40E97854-A71C-4635-B3FF-45979AFA2385}" type="presOf" srcId="{449B372D-A8E9-433E-A887-E7E454076FF6}" destId="{DFF3EF17-0754-48D0-A9D4-7912B3D35DCE}" srcOrd="0" destOrd="0" presId="urn:microsoft.com/office/officeart/2005/8/layout/radial6"/>
    <dgm:cxn modelId="{2FA6A952-7066-4A32-95D5-8A34F008A3D3}" srcId="{CC758436-0646-4F81-8ADC-76719DE0C553}" destId="{B71E34F2-CDF9-42A7-BC6C-D331660D7B38}" srcOrd="1" destOrd="0" parTransId="{74F20869-AC55-4F44-878E-E9A6634E2B07}" sibTransId="{449B372D-A8E9-433E-A887-E7E454076FF6}"/>
    <dgm:cxn modelId="{6481BB75-C3D6-4DC9-BB27-819D280082D9}" srcId="{CC758436-0646-4F81-8ADC-76719DE0C553}" destId="{F1E7BC0F-5FF1-4D4E-8082-3E6B9080B802}" srcOrd="2" destOrd="0" parTransId="{6318CFE7-0190-4626-A7E8-98998BB1E716}" sibTransId="{43FBFDC4-B877-4441-8FA9-3E2E1E76669A}"/>
    <dgm:cxn modelId="{20C1C919-9317-4C1F-B680-EC10FF76D261}" srcId="{2E09D7A7-7FE3-4DBC-B398-F0E19F14B2EE}" destId="{B51DEC42-8C41-45F2-861F-880FC846C432}" srcOrd="1" destOrd="0" parTransId="{CBF7B97C-DA5D-4854-B110-3C710E728F75}" sibTransId="{C4E5CE6C-4943-46D0-8994-FC619AAD54A1}"/>
    <dgm:cxn modelId="{6474C107-7942-4EAD-9F04-01DBFE3D4449}" type="presOf" srcId="{34DCD029-CE85-4E84-8414-4B8C31DABC29}" destId="{CE8C6216-1D76-49B6-AB92-5651B6DAA23B}" srcOrd="0" destOrd="0" presId="urn:microsoft.com/office/officeart/2005/8/layout/radial6"/>
    <dgm:cxn modelId="{B144572A-FC60-4396-88C0-4C524FE023A4}" type="presOf" srcId="{F1E7BC0F-5FF1-4D4E-8082-3E6B9080B802}" destId="{AD295C93-97FC-4A33-BFEB-9B8BE6827200}" srcOrd="0" destOrd="0" presId="urn:microsoft.com/office/officeart/2005/8/layout/radial6"/>
    <dgm:cxn modelId="{ABC56C24-30EA-4C3E-BABA-38E9EFD1AFA1}" type="presOf" srcId="{43FBFDC4-B877-4441-8FA9-3E2E1E76669A}" destId="{65B70A37-E88F-4ECE-A0E3-4E703013AD87}" srcOrd="0" destOrd="0" presId="urn:microsoft.com/office/officeart/2005/8/layout/radial6"/>
    <dgm:cxn modelId="{E26351C3-8B25-4444-A31F-9228E0BF3849}" type="presOf" srcId="{B71E34F2-CDF9-42A7-BC6C-D331660D7B38}" destId="{25B7136B-D35A-4E16-AA46-5740B7D08259}" srcOrd="0" destOrd="0" presId="urn:microsoft.com/office/officeart/2005/8/layout/radial6"/>
    <dgm:cxn modelId="{2E2D7F0A-D2E8-49EF-B429-F2A55805DB9D}" srcId="{2E09D7A7-7FE3-4DBC-B398-F0E19F14B2EE}" destId="{CC758436-0646-4F81-8ADC-76719DE0C553}" srcOrd="0" destOrd="0" parTransId="{3987DD67-90C0-4789-9E23-D31C86D41063}" sibTransId="{12BE0010-603C-4E45-A342-18553A52D8F4}"/>
    <dgm:cxn modelId="{B55B9F7C-F8E8-4522-AAA4-CCF393C80C12}" type="presOf" srcId="{CC758436-0646-4F81-8ADC-76719DE0C553}" destId="{C55A7EFA-A84F-4150-BCCB-BD9E2936BDAA}" srcOrd="0" destOrd="0" presId="urn:microsoft.com/office/officeart/2005/8/layout/radial6"/>
    <dgm:cxn modelId="{2440D9D8-8B90-4FE3-A43D-64207FA57D67}" srcId="{CC758436-0646-4F81-8ADC-76719DE0C553}" destId="{5E8ED7C3-8C3E-40B5-915E-201BEA8AB0E2}" srcOrd="0" destOrd="0" parTransId="{3A2E1AB3-C4FC-4555-870A-DDFFF01EC22F}" sibTransId="{34DCD029-CE85-4E84-8414-4B8C31DABC29}"/>
    <dgm:cxn modelId="{54DD1289-C52C-46A9-A729-BE53CB74C699}" type="presOf" srcId="{5E8ED7C3-8C3E-40B5-915E-201BEA8AB0E2}" destId="{B46C01A6-3564-4C0E-8062-F39B99C75A68}" srcOrd="0" destOrd="0" presId="urn:microsoft.com/office/officeart/2005/8/layout/radial6"/>
    <dgm:cxn modelId="{1B9C7BCA-7821-4D16-A3BA-29A01E25AAF3}" type="presOf" srcId="{2E09D7A7-7FE3-4DBC-B398-F0E19F14B2EE}" destId="{52C89858-68E0-4FD1-B103-5B94916BB0B2}" srcOrd="0" destOrd="0" presId="urn:microsoft.com/office/officeart/2005/8/layout/radial6"/>
    <dgm:cxn modelId="{A49FA200-CBF7-4883-A468-64F35EA15A48}" type="presParOf" srcId="{52C89858-68E0-4FD1-B103-5B94916BB0B2}" destId="{C55A7EFA-A84F-4150-BCCB-BD9E2936BDAA}" srcOrd="0" destOrd="0" presId="urn:microsoft.com/office/officeart/2005/8/layout/radial6"/>
    <dgm:cxn modelId="{F623C108-79A5-4DD0-A5F5-E11CDD970EF9}" type="presParOf" srcId="{52C89858-68E0-4FD1-B103-5B94916BB0B2}" destId="{B46C01A6-3564-4C0E-8062-F39B99C75A68}" srcOrd="1" destOrd="0" presId="urn:microsoft.com/office/officeart/2005/8/layout/radial6"/>
    <dgm:cxn modelId="{6DE0788F-9C8F-4177-9C65-C620EEBC7D9E}" type="presParOf" srcId="{52C89858-68E0-4FD1-B103-5B94916BB0B2}" destId="{FCF3047B-F560-4FA6-A795-99B0410D7B48}" srcOrd="2" destOrd="0" presId="urn:microsoft.com/office/officeart/2005/8/layout/radial6"/>
    <dgm:cxn modelId="{D58696E4-2A59-435F-95BA-5813AF216117}" type="presParOf" srcId="{52C89858-68E0-4FD1-B103-5B94916BB0B2}" destId="{CE8C6216-1D76-49B6-AB92-5651B6DAA23B}" srcOrd="3" destOrd="0" presId="urn:microsoft.com/office/officeart/2005/8/layout/radial6"/>
    <dgm:cxn modelId="{2C161F48-4E77-4D3F-9AB4-04C6D3AC1EB3}" type="presParOf" srcId="{52C89858-68E0-4FD1-B103-5B94916BB0B2}" destId="{25B7136B-D35A-4E16-AA46-5740B7D08259}" srcOrd="4" destOrd="0" presId="urn:microsoft.com/office/officeart/2005/8/layout/radial6"/>
    <dgm:cxn modelId="{5B392240-F780-4C34-9F5A-94CE8AC88DAB}" type="presParOf" srcId="{52C89858-68E0-4FD1-B103-5B94916BB0B2}" destId="{DE036139-BE83-452D-A7F4-0193BC8F56F6}" srcOrd="5" destOrd="0" presId="urn:microsoft.com/office/officeart/2005/8/layout/radial6"/>
    <dgm:cxn modelId="{5D6A353C-0151-4EB0-A144-D01EC378B120}" type="presParOf" srcId="{52C89858-68E0-4FD1-B103-5B94916BB0B2}" destId="{DFF3EF17-0754-48D0-A9D4-7912B3D35DCE}" srcOrd="6" destOrd="0" presId="urn:microsoft.com/office/officeart/2005/8/layout/radial6"/>
    <dgm:cxn modelId="{A95A274E-FF73-40B2-B7E8-3DE83048C5BE}" type="presParOf" srcId="{52C89858-68E0-4FD1-B103-5B94916BB0B2}" destId="{AD295C93-97FC-4A33-BFEB-9B8BE6827200}" srcOrd="7" destOrd="0" presId="urn:microsoft.com/office/officeart/2005/8/layout/radial6"/>
    <dgm:cxn modelId="{FFF1EB44-A60C-4309-9032-781512D01C20}" type="presParOf" srcId="{52C89858-68E0-4FD1-B103-5B94916BB0B2}" destId="{42D16361-F491-47DB-8E76-9AE82E28B951}" srcOrd="8" destOrd="0" presId="urn:microsoft.com/office/officeart/2005/8/layout/radial6"/>
    <dgm:cxn modelId="{77AAF973-96AE-46CB-BDE8-797D657E01F2}" type="presParOf" srcId="{52C89858-68E0-4FD1-B103-5B94916BB0B2}" destId="{65B70A37-E88F-4ECE-A0E3-4E703013AD87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76475E-1034-4F30-907A-B3A76293A92D}" type="doc">
      <dgm:prSet loTypeId="urn:microsoft.com/office/officeart/2005/8/layout/vList3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E95CE82D-F7DD-47D4-9AE1-0C1DC2D675C7}">
      <dgm:prSet phldrT="[Text]" custT="1"/>
      <dgm:spPr/>
      <dgm:t>
        <a:bodyPr/>
        <a:lstStyle/>
        <a:p>
          <a:r>
            <a: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Higher monthly charges increase churn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0376E0-6DFD-4E38-892E-DBCEA26FACA4}" type="parTrans" cxnId="{7E55DE72-3DBB-4BB7-AF46-E4E79E036A18}">
      <dgm:prSet/>
      <dgm:spPr/>
      <dgm:t>
        <a:bodyPr/>
        <a:lstStyle/>
        <a:p>
          <a:endParaRPr lang="en-US"/>
        </a:p>
      </dgm:t>
    </dgm:pt>
    <dgm:pt modelId="{278F7DCD-128E-4883-A936-ACA455A03758}" type="sibTrans" cxnId="{7E55DE72-3DBB-4BB7-AF46-E4E79E036A18}">
      <dgm:prSet/>
      <dgm:spPr/>
      <dgm:t>
        <a:bodyPr/>
        <a:lstStyle/>
        <a:p>
          <a:endParaRPr lang="en-US"/>
        </a:p>
      </dgm:t>
    </dgm:pt>
    <dgm:pt modelId="{E96CFD44-2B2F-473D-9ECD-9A1AA31F93BE}">
      <dgm:prSet phldrT="[Text]" custT="1"/>
      <dgm:spPr/>
      <dgm:t>
        <a:bodyPr/>
        <a:lstStyle/>
        <a:p>
          <a:r>
            <a: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New customers have higher churn risk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0F69D5-AD10-4436-9A1D-7AA795BB6457}" type="parTrans" cxnId="{26963E23-DBD7-4D6D-9C37-0F93F6065E27}">
      <dgm:prSet/>
      <dgm:spPr/>
      <dgm:t>
        <a:bodyPr/>
        <a:lstStyle/>
        <a:p>
          <a:endParaRPr lang="en-US"/>
        </a:p>
      </dgm:t>
    </dgm:pt>
    <dgm:pt modelId="{5546E19F-4693-42B7-BBCC-4A5122074DFD}" type="sibTrans" cxnId="{26963E23-DBD7-4D6D-9C37-0F93F6065E27}">
      <dgm:prSet/>
      <dgm:spPr/>
      <dgm:t>
        <a:bodyPr/>
        <a:lstStyle/>
        <a:p>
          <a:endParaRPr lang="en-US"/>
        </a:p>
      </dgm:t>
    </dgm:pt>
    <dgm:pt modelId="{D95E2F0C-F208-477D-BBB1-6DA51FD5AF10}">
      <dgm:prSet custT="1"/>
      <dgm:spPr/>
      <dgm:t>
        <a:bodyPr/>
        <a:lstStyle/>
        <a:p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Month-to-month contracts show highest churn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F181D7-655E-4DEA-88A5-A374655D4249}" type="parTrans" cxnId="{F9876AFF-9A92-4D00-84AB-CD0033BE77BC}">
      <dgm:prSet/>
      <dgm:spPr/>
      <dgm:t>
        <a:bodyPr/>
        <a:lstStyle/>
        <a:p>
          <a:endParaRPr lang="en-US"/>
        </a:p>
      </dgm:t>
    </dgm:pt>
    <dgm:pt modelId="{DEAA8E73-210D-4E00-8648-852930303202}" type="sibTrans" cxnId="{F9876AFF-9A92-4D00-84AB-CD0033BE77BC}">
      <dgm:prSet/>
      <dgm:spPr/>
      <dgm:t>
        <a:bodyPr/>
        <a:lstStyle/>
        <a:p>
          <a:endParaRPr lang="en-US"/>
        </a:p>
      </dgm:t>
    </dgm:pt>
    <dgm:pt modelId="{F6850B6A-28DB-4116-859E-F93166C4927E}">
      <dgm:prSet custT="1"/>
      <dgm:spPr/>
      <dgm:t>
        <a:bodyPr/>
        <a:lstStyle/>
        <a:p>
          <a:r>
            <a: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Long-term customers are more loyal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7064D5-ECA4-476B-A4B9-3F4CDB38141E}" type="parTrans" cxnId="{6285ED76-74E8-4C2E-8452-954C3697FA36}">
      <dgm:prSet/>
      <dgm:spPr/>
      <dgm:t>
        <a:bodyPr/>
        <a:lstStyle/>
        <a:p>
          <a:endParaRPr lang="en-US"/>
        </a:p>
      </dgm:t>
    </dgm:pt>
    <dgm:pt modelId="{35A7B514-D0DD-47AB-BAEE-B327243162A1}" type="sibTrans" cxnId="{6285ED76-74E8-4C2E-8452-954C3697FA36}">
      <dgm:prSet/>
      <dgm:spPr/>
      <dgm:t>
        <a:bodyPr/>
        <a:lstStyle/>
        <a:p>
          <a:endParaRPr lang="en-US"/>
        </a:p>
      </dgm:t>
    </dgm:pt>
    <dgm:pt modelId="{13AD36D7-F137-4ABE-A76B-6D9ABDEB4130}">
      <dgm:prSet custT="1"/>
      <dgm:spPr/>
      <dgm:t>
        <a:bodyPr/>
        <a:lstStyle/>
        <a:p>
          <a:r>
            <a: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Long-term contracts reduce churn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277B2F-7C6E-4557-A541-20E3047DA58C}" type="parTrans" cxnId="{F3C25316-980D-40CB-9962-F4BE83271C75}">
      <dgm:prSet/>
      <dgm:spPr/>
      <dgm:t>
        <a:bodyPr/>
        <a:lstStyle/>
        <a:p>
          <a:endParaRPr lang="en-US"/>
        </a:p>
      </dgm:t>
    </dgm:pt>
    <dgm:pt modelId="{2ED90AB7-515E-4E13-A048-E7172BB341EF}" type="sibTrans" cxnId="{F3C25316-980D-40CB-9962-F4BE83271C75}">
      <dgm:prSet/>
      <dgm:spPr/>
      <dgm:t>
        <a:bodyPr/>
        <a:lstStyle/>
        <a:p>
          <a:endParaRPr lang="en-US"/>
        </a:p>
      </dgm:t>
    </dgm:pt>
    <dgm:pt modelId="{DCAFB1DC-331E-428B-9EDF-26EB553B06CA}" type="pres">
      <dgm:prSet presAssocID="{D776475E-1034-4F30-907A-B3A76293A92D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43A6749-AC56-4C56-AFD1-191F46F9A066}" type="pres">
      <dgm:prSet presAssocID="{E95CE82D-F7DD-47D4-9AE1-0C1DC2D675C7}" presName="composite" presStyleCnt="0"/>
      <dgm:spPr/>
    </dgm:pt>
    <dgm:pt modelId="{219B9A3C-CB2F-4DF0-8449-D4560AD26343}" type="pres">
      <dgm:prSet presAssocID="{E95CE82D-F7DD-47D4-9AE1-0C1DC2D675C7}" presName="imgShp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  <dgm:t>
        <a:bodyPr/>
        <a:lstStyle/>
        <a:p>
          <a:endParaRPr lang="en-US"/>
        </a:p>
      </dgm:t>
    </dgm:pt>
    <dgm:pt modelId="{9FD70CF7-BB12-49D9-A004-F91F83251E91}" type="pres">
      <dgm:prSet presAssocID="{E95CE82D-F7DD-47D4-9AE1-0C1DC2D675C7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6A4688-4BF8-4D9B-B248-9C581132F3BE}" type="pres">
      <dgm:prSet presAssocID="{278F7DCD-128E-4883-A936-ACA455A03758}" presName="spacing" presStyleCnt="0"/>
      <dgm:spPr/>
    </dgm:pt>
    <dgm:pt modelId="{9A319DFB-0DCC-4842-BB99-9BFD2B9F335B}" type="pres">
      <dgm:prSet presAssocID="{E96CFD44-2B2F-473D-9ECD-9A1AA31F93BE}" presName="composite" presStyleCnt="0"/>
      <dgm:spPr/>
    </dgm:pt>
    <dgm:pt modelId="{0D721F60-B35B-4F8E-87B5-9DAE575838E1}" type="pres">
      <dgm:prSet presAssocID="{E96CFD44-2B2F-473D-9ECD-9A1AA31F93BE}" presName="imgShp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4000" r="-104000"/>
          </a:stretch>
        </a:blipFill>
      </dgm:spPr>
      <dgm:t>
        <a:bodyPr/>
        <a:lstStyle/>
        <a:p>
          <a:endParaRPr lang="en-US"/>
        </a:p>
      </dgm:t>
    </dgm:pt>
    <dgm:pt modelId="{F1C25746-AFEB-4A9B-81D0-EB2F8773A2B1}" type="pres">
      <dgm:prSet presAssocID="{E96CFD44-2B2F-473D-9ECD-9A1AA31F93BE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47350E-16CF-4929-94B3-E7F4FFC54345}" type="pres">
      <dgm:prSet presAssocID="{5546E19F-4693-42B7-BBCC-4A5122074DFD}" presName="spacing" presStyleCnt="0"/>
      <dgm:spPr/>
    </dgm:pt>
    <dgm:pt modelId="{0020C4CB-9198-44D0-9D63-F571079784FB}" type="pres">
      <dgm:prSet presAssocID="{D95E2F0C-F208-477D-BBB1-6DA51FD5AF10}" presName="composite" presStyleCnt="0"/>
      <dgm:spPr/>
    </dgm:pt>
    <dgm:pt modelId="{B788F74F-6CD9-4A2D-A8DD-57B94015B1C8}" type="pres">
      <dgm:prSet presAssocID="{D95E2F0C-F208-477D-BBB1-6DA51FD5AF10}" presName="imgShp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5000" r="-175000"/>
          </a:stretch>
        </a:blipFill>
      </dgm:spPr>
      <dgm:t>
        <a:bodyPr/>
        <a:lstStyle/>
        <a:p>
          <a:endParaRPr lang="en-US"/>
        </a:p>
      </dgm:t>
    </dgm:pt>
    <dgm:pt modelId="{59DBB70E-35C6-4AFB-AEF8-41152EE8B980}" type="pres">
      <dgm:prSet presAssocID="{D95E2F0C-F208-477D-BBB1-6DA51FD5AF10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D691B8-F653-4C6C-A8E4-20B2C7CB31C9}" type="pres">
      <dgm:prSet presAssocID="{DEAA8E73-210D-4E00-8648-852930303202}" presName="spacing" presStyleCnt="0"/>
      <dgm:spPr/>
    </dgm:pt>
    <dgm:pt modelId="{0A9850A0-5DC9-4526-A64D-B2F76A195E47}" type="pres">
      <dgm:prSet presAssocID="{13AD36D7-F137-4ABE-A76B-6D9ABDEB4130}" presName="composite" presStyleCnt="0"/>
      <dgm:spPr/>
    </dgm:pt>
    <dgm:pt modelId="{337CE066-AFE6-415E-B579-F2717D1630C0}" type="pres">
      <dgm:prSet presAssocID="{13AD36D7-F137-4ABE-A76B-6D9ABDEB4130}" presName="imgShp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</dgm:spPr>
      <dgm:t>
        <a:bodyPr/>
        <a:lstStyle/>
        <a:p>
          <a:endParaRPr lang="en-US"/>
        </a:p>
      </dgm:t>
    </dgm:pt>
    <dgm:pt modelId="{CB2A8279-7C68-47CD-83CC-8928E3550A32}" type="pres">
      <dgm:prSet presAssocID="{13AD36D7-F137-4ABE-A76B-6D9ABDEB4130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213EA0-ADB0-4D49-A723-4FF46C42243F}" type="pres">
      <dgm:prSet presAssocID="{2ED90AB7-515E-4E13-A048-E7172BB341EF}" presName="spacing" presStyleCnt="0"/>
      <dgm:spPr/>
    </dgm:pt>
    <dgm:pt modelId="{AD7ABC99-1BED-4478-B186-5B8FED5C7924}" type="pres">
      <dgm:prSet presAssocID="{F6850B6A-28DB-4116-859E-F93166C4927E}" presName="composite" presStyleCnt="0"/>
      <dgm:spPr/>
    </dgm:pt>
    <dgm:pt modelId="{60D00FC8-7077-4D52-A982-1499B5DE8442}" type="pres">
      <dgm:prSet presAssocID="{F6850B6A-28DB-4116-859E-F93166C4927E}" presName="imgShp" presStyleLbl="fgImgPlac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en-US"/>
        </a:p>
      </dgm:t>
    </dgm:pt>
    <dgm:pt modelId="{405506B9-03EB-45A7-8A16-EDE98EF599E6}" type="pres">
      <dgm:prSet presAssocID="{F6850B6A-28DB-4116-859E-F93166C4927E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D7C8D3-1A58-48D0-B6E1-88620C1621C5}" type="presOf" srcId="{F6850B6A-28DB-4116-859E-F93166C4927E}" destId="{405506B9-03EB-45A7-8A16-EDE98EF599E6}" srcOrd="0" destOrd="0" presId="urn:microsoft.com/office/officeart/2005/8/layout/vList3"/>
    <dgm:cxn modelId="{F9876AFF-9A92-4D00-84AB-CD0033BE77BC}" srcId="{D776475E-1034-4F30-907A-B3A76293A92D}" destId="{D95E2F0C-F208-477D-BBB1-6DA51FD5AF10}" srcOrd="2" destOrd="0" parTransId="{CDF181D7-655E-4DEA-88A5-A374655D4249}" sibTransId="{DEAA8E73-210D-4E00-8648-852930303202}"/>
    <dgm:cxn modelId="{B6098BCC-FB3B-4720-B8F2-49DFDAF6E434}" type="presOf" srcId="{13AD36D7-F137-4ABE-A76B-6D9ABDEB4130}" destId="{CB2A8279-7C68-47CD-83CC-8928E3550A32}" srcOrd="0" destOrd="0" presId="urn:microsoft.com/office/officeart/2005/8/layout/vList3"/>
    <dgm:cxn modelId="{D42B61E3-EC26-4FB5-AD73-6179B5AA6C1F}" type="presOf" srcId="{D95E2F0C-F208-477D-BBB1-6DA51FD5AF10}" destId="{59DBB70E-35C6-4AFB-AEF8-41152EE8B980}" srcOrd="0" destOrd="0" presId="urn:microsoft.com/office/officeart/2005/8/layout/vList3"/>
    <dgm:cxn modelId="{FB47F958-4FCC-43FB-AFA9-9BD896CBDDBB}" type="presOf" srcId="{D776475E-1034-4F30-907A-B3A76293A92D}" destId="{DCAFB1DC-331E-428B-9EDF-26EB553B06CA}" srcOrd="0" destOrd="0" presId="urn:microsoft.com/office/officeart/2005/8/layout/vList3"/>
    <dgm:cxn modelId="{F3C25316-980D-40CB-9962-F4BE83271C75}" srcId="{D776475E-1034-4F30-907A-B3A76293A92D}" destId="{13AD36D7-F137-4ABE-A76B-6D9ABDEB4130}" srcOrd="3" destOrd="0" parTransId="{11277B2F-7C6E-4557-A541-20E3047DA58C}" sibTransId="{2ED90AB7-515E-4E13-A048-E7172BB341EF}"/>
    <dgm:cxn modelId="{285255C1-CA7E-4DB8-87FF-6B93A4B50FDA}" type="presOf" srcId="{E95CE82D-F7DD-47D4-9AE1-0C1DC2D675C7}" destId="{9FD70CF7-BB12-49D9-A004-F91F83251E91}" srcOrd="0" destOrd="0" presId="urn:microsoft.com/office/officeart/2005/8/layout/vList3"/>
    <dgm:cxn modelId="{F065A5F3-FAC7-4ED2-BA91-CB07342DBFFE}" type="presOf" srcId="{E96CFD44-2B2F-473D-9ECD-9A1AA31F93BE}" destId="{F1C25746-AFEB-4A9B-81D0-EB2F8773A2B1}" srcOrd="0" destOrd="0" presId="urn:microsoft.com/office/officeart/2005/8/layout/vList3"/>
    <dgm:cxn modelId="{7E55DE72-3DBB-4BB7-AF46-E4E79E036A18}" srcId="{D776475E-1034-4F30-907A-B3A76293A92D}" destId="{E95CE82D-F7DD-47D4-9AE1-0C1DC2D675C7}" srcOrd="0" destOrd="0" parTransId="{4D0376E0-6DFD-4E38-892E-DBCEA26FACA4}" sibTransId="{278F7DCD-128E-4883-A936-ACA455A03758}"/>
    <dgm:cxn modelId="{26963E23-DBD7-4D6D-9C37-0F93F6065E27}" srcId="{D776475E-1034-4F30-907A-B3A76293A92D}" destId="{E96CFD44-2B2F-473D-9ECD-9A1AA31F93BE}" srcOrd="1" destOrd="0" parTransId="{6D0F69D5-AD10-4436-9A1D-7AA795BB6457}" sibTransId="{5546E19F-4693-42B7-BBCC-4A5122074DFD}"/>
    <dgm:cxn modelId="{6285ED76-74E8-4C2E-8452-954C3697FA36}" srcId="{D776475E-1034-4F30-907A-B3A76293A92D}" destId="{F6850B6A-28DB-4116-859E-F93166C4927E}" srcOrd="4" destOrd="0" parTransId="{4D7064D5-ECA4-476B-A4B9-3F4CDB38141E}" sibTransId="{35A7B514-D0DD-47AB-BAEE-B327243162A1}"/>
    <dgm:cxn modelId="{04FE6968-113A-4EB4-B035-261A6456190A}" type="presParOf" srcId="{DCAFB1DC-331E-428B-9EDF-26EB553B06CA}" destId="{B43A6749-AC56-4C56-AFD1-191F46F9A066}" srcOrd="0" destOrd="0" presId="urn:microsoft.com/office/officeart/2005/8/layout/vList3"/>
    <dgm:cxn modelId="{49C14500-1E3F-4CF8-9CBB-EDD79E9EE2B2}" type="presParOf" srcId="{B43A6749-AC56-4C56-AFD1-191F46F9A066}" destId="{219B9A3C-CB2F-4DF0-8449-D4560AD26343}" srcOrd="0" destOrd="0" presId="urn:microsoft.com/office/officeart/2005/8/layout/vList3"/>
    <dgm:cxn modelId="{D2D7EC51-FE91-4E38-889F-C2EC99EF87F5}" type="presParOf" srcId="{B43A6749-AC56-4C56-AFD1-191F46F9A066}" destId="{9FD70CF7-BB12-49D9-A004-F91F83251E91}" srcOrd="1" destOrd="0" presId="urn:microsoft.com/office/officeart/2005/8/layout/vList3"/>
    <dgm:cxn modelId="{201CFC5C-A314-4A53-B75B-3A981E571E2D}" type="presParOf" srcId="{DCAFB1DC-331E-428B-9EDF-26EB553B06CA}" destId="{D76A4688-4BF8-4D9B-B248-9C581132F3BE}" srcOrd="1" destOrd="0" presId="urn:microsoft.com/office/officeart/2005/8/layout/vList3"/>
    <dgm:cxn modelId="{033EB7DB-D305-498F-B46C-072499AA164F}" type="presParOf" srcId="{DCAFB1DC-331E-428B-9EDF-26EB553B06CA}" destId="{9A319DFB-0DCC-4842-BB99-9BFD2B9F335B}" srcOrd="2" destOrd="0" presId="urn:microsoft.com/office/officeart/2005/8/layout/vList3"/>
    <dgm:cxn modelId="{5A77BE3F-A5A4-47C7-BACC-F3E29EF8355B}" type="presParOf" srcId="{9A319DFB-0DCC-4842-BB99-9BFD2B9F335B}" destId="{0D721F60-B35B-4F8E-87B5-9DAE575838E1}" srcOrd="0" destOrd="0" presId="urn:microsoft.com/office/officeart/2005/8/layout/vList3"/>
    <dgm:cxn modelId="{0C1164EF-53A1-4FC5-A473-995983AFC4C9}" type="presParOf" srcId="{9A319DFB-0DCC-4842-BB99-9BFD2B9F335B}" destId="{F1C25746-AFEB-4A9B-81D0-EB2F8773A2B1}" srcOrd="1" destOrd="0" presId="urn:microsoft.com/office/officeart/2005/8/layout/vList3"/>
    <dgm:cxn modelId="{783ABE31-B30F-4F5D-8F67-2BD8C7A7FFFC}" type="presParOf" srcId="{DCAFB1DC-331E-428B-9EDF-26EB553B06CA}" destId="{7347350E-16CF-4929-94B3-E7F4FFC54345}" srcOrd="3" destOrd="0" presId="urn:microsoft.com/office/officeart/2005/8/layout/vList3"/>
    <dgm:cxn modelId="{5AD44F15-BEA5-4093-8997-29E502239BC0}" type="presParOf" srcId="{DCAFB1DC-331E-428B-9EDF-26EB553B06CA}" destId="{0020C4CB-9198-44D0-9D63-F571079784FB}" srcOrd="4" destOrd="0" presId="urn:microsoft.com/office/officeart/2005/8/layout/vList3"/>
    <dgm:cxn modelId="{80E38101-5961-443F-B3B6-3A4EF8CEACA9}" type="presParOf" srcId="{0020C4CB-9198-44D0-9D63-F571079784FB}" destId="{B788F74F-6CD9-4A2D-A8DD-57B94015B1C8}" srcOrd="0" destOrd="0" presId="urn:microsoft.com/office/officeart/2005/8/layout/vList3"/>
    <dgm:cxn modelId="{0AB10B79-540C-42C0-A5AE-2977B7C87A1B}" type="presParOf" srcId="{0020C4CB-9198-44D0-9D63-F571079784FB}" destId="{59DBB70E-35C6-4AFB-AEF8-41152EE8B980}" srcOrd="1" destOrd="0" presId="urn:microsoft.com/office/officeart/2005/8/layout/vList3"/>
    <dgm:cxn modelId="{5C988104-104D-4E2C-9E11-8D8B5CEF2162}" type="presParOf" srcId="{DCAFB1DC-331E-428B-9EDF-26EB553B06CA}" destId="{15D691B8-F653-4C6C-A8E4-20B2C7CB31C9}" srcOrd="5" destOrd="0" presId="urn:microsoft.com/office/officeart/2005/8/layout/vList3"/>
    <dgm:cxn modelId="{FDA66E08-41C0-446B-86D3-5AB4FCA23984}" type="presParOf" srcId="{DCAFB1DC-331E-428B-9EDF-26EB553B06CA}" destId="{0A9850A0-5DC9-4526-A64D-B2F76A195E47}" srcOrd="6" destOrd="0" presId="urn:microsoft.com/office/officeart/2005/8/layout/vList3"/>
    <dgm:cxn modelId="{C2F9B706-1DBA-4963-B1C6-70C871AD6191}" type="presParOf" srcId="{0A9850A0-5DC9-4526-A64D-B2F76A195E47}" destId="{337CE066-AFE6-415E-B579-F2717D1630C0}" srcOrd="0" destOrd="0" presId="urn:microsoft.com/office/officeart/2005/8/layout/vList3"/>
    <dgm:cxn modelId="{65052B7C-A4A2-44E0-871D-CDF923EA2BE8}" type="presParOf" srcId="{0A9850A0-5DC9-4526-A64D-B2F76A195E47}" destId="{CB2A8279-7C68-47CD-83CC-8928E3550A32}" srcOrd="1" destOrd="0" presId="urn:microsoft.com/office/officeart/2005/8/layout/vList3"/>
    <dgm:cxn modelId="{82505CB2-780F-4959-93BA-70FEBB9860E3}" type="presParOf" srcId="{DCAFB1DC-331E-428B-9EDF-26EB553B06CA}" destId="{96213EA0-ADB0-4D49-A723-4FF46C42243F}" srcOrd="7" destOrd="0" presId="urn:microsoft.com/office/officeart/2005/8/layout/vList3"/>
    <dgm:cxn modelId="{707D9CE8-2CEE-44C3-BB30-C7CEE13BFAEF}" type="presParOf" srcId="{DCAFB1DC-331E-428B-9EDF-26EB553B06CA}" destId="{AD7ABC99-1BED-4478-B186-5B8FED5C7924}" srcOrd="8" destOrd="0" presId="urn:microsoft.com/office/officeart/2005/8/layout/vList3"/>
    <dgm:cxn modelId="{75170DE3-F2D9-420D-AA4D-2416E2EE310B}" type="presParOf" srcId="{AD7ABC99-1BED-4478-B186-5B8FED5C7924}" destId="{60D00FC8-7077-4D52-A982-1499B5DE8442}" srcOrd="0" destOrd="0" presId="urn:microsoft.com/office/officeart/2005/8/layout/vList3"/>
    <dgm:cxn modelId="{5706F055-BC82-4E56-AA5B-69E88A6E708B}" type="presParOf" srcId="{AD7ABC99-1BED-4478-B186-5B8FED5C7924}" destId="{405506B9-03EB-45A7-8A16-EDE98EF599E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92555B-6F95-4182-AAA5-B557CC603F3A}" type="doc">
      <dgm:prSet loTypeId="urn:microsoft.com/office/officeart/2005/8/layout/pyramid2" loCatId="list" qsTypeId="urn:microsoft.com/office/officeart/2005/8/quickstyle/simple5" qsCatId="simple" csTypeId="urn:microsoft.com/office/officeart/2005/8/colors/accent0_1" csCatId="mainScheme" phldr="1"/>
      <dgm:spPr/>
    </dgm:pt>
    <dgm:pt modelId="{1B338667-2FE0-4943-86F0-76416AFF56B0}">
      <dgm:prSet phldrT="[Text]" custT="1"/>
      <dgm:spPr/>
      <dgm:t>
        <a:bodyPr/>
        <a:lstStyle/>
        <a:p>
          <a:pPr algn="ctr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t-tests used for numerical variables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2F6A45-A7C8-473C-9A31-AD5E977C49CD}" type="parTrans" cxnId="{5D834576-86FC-406E-881D-11BFE45613DC}">
      <dgm:prSet/>
      <dgm:spPr/>
      <dgm:t>
        <a:bodyPr/>
        <a:lstStyle/>
        <a:p>
          <a:endParaRPr lang="en-US"/>
        </a:p>
      </dgm:t>
    </dgm:pt>
    <dgm:pt modelId="{BCB73F16-3A40-4796-81FA-C7B0E7EE2417}" type="sibTrans" cxnId="{5D834576-86FC-406E-881D-11BFE45613DC}">
      <dgm:prSet/>
      <dgm:spPr/>
      <dgm:t>
        <a:bodyPr/>
        <a:lstStyle/>
        <a:p>
          <a:endParaRPr lang="en-US"/>
        </a:p>
      </dgm:t>
    </dgm:pt>
    <dgm:pt modelId="{981E40D0-68EC-4747-9A85-6133DA9F1EBE}">
      <dgm:prSet custT="1"/>
      <dgm:spPr/>
      <dgm:t>
        <a:bodyPr/>
        <a:lstStyle/>
        <a:p>
          <a:pPr algn="ctr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Chi-square tests for categorical relationships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8E8EAE-0948-4A58-BF74-7519E7CEB4D7}" type="parTrans" cxnId="{72E2ADF5-6F53-4CFC-B9D7-253FA631009B}">
      <dgm:prSet/>
      <dgm:spPr/>
      <dgm:t>
        <a:bodyPr/>
        <a:lstStyle/>
        <a:p>
          <a:endParaRPr lang="en-US"/>
        </a:p>
      </dgm:t>
    </dgm:pt>
    <dgm:pt modelId="{3C3CA9B4-ED3A-421C-AA7C-2AC6A6D9DB7A}" type="sibTrans" cxnId="{72E2ADF5-6F53-4CFC-B9D7-253FA631009B}">
      <dgm:prSet/>
      <dgm:spPr/>
      <dgm:t>
        <a:bodyPr/>
        <a:lstStyle/>
        <a:p>
          <a:endParaRPr lang="en-US"/>
        </a:p>
      </dgm:t>
    </dgm:pt>
    <dgm:pt modelId="{45E4AFCE-06CA-4533-BC28-A67450028CD4}">
      <dgm:prSet custT="1"/>
      <dgm:spPr/>
      <dgm:t>
        <a:bodyPr/>
        <a:lstStyle/>
        <a:p>
          <a:pPr algn="ctr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Statistical significance validated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5B9E82-18C2-4E09-AE9B-A15178150C9D}" type="parTrans" cxnId="{6D241AE8-15FF-4DCB-AE5A-E2299700FFBC}">
      <dgm:prSet/>
      <dgm:spPr/>
      <dgm:t>
        <a:bodyPr/>
        <a:lstStyle/>
        <a:p>
          <a:endParaRPr lang="en-US"/>
        </a:p>
      </dgm:t>
    </dgm:pt>
    <dgm:pt modelId="{176C0BB4-D390-4F0B-B941-F6945C6DCF1A}" type="sibTrans" cxnId="{6D241AE8-15FF-4DCB-AE5A-E2299700FFBC}">
      <dgm:prSet/>
      <dgm:spPr/>
      <dgm:t>
        <a:bodyPr/>
        <a:lstStyle/>
        <a:p>
          <a:endParaRPr lang="en-US"/>
        </a:p>
      </dgm:t>
    </dgm:pt>
    <dgm:pt modelId="{E39102C8-6E25-4E7C-B839-452D33760151}">
      <dgm:prSet custT="1"/>
      <dgm:spPr/>
      <dgm:t>
        <a:bodyPr/>
        <a:lstStyle/>
        <a:p>
          <a:pPr algn="ctr"/>
          <a:r>
            <a: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p-values &lt; 0.05 for key factors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453FBF-83D0-4227-A4BC-48D8C906A9FD}" type="parTrans" cxnId="{C5F02B0F-21C2-4045-81FD-2D1E78C93D08}">
      <dgm:prSet/>
      <dgm:spPr/>
      <dgm:t>
        <a:bodyPr/>
        <a:lstStyle/>
        <a:p>
          <a:endParaRPr lang="en-US"/>
        </a:p>
      </dgm:t>
    </dgm:pt>
    <dgm:pt modelId="{ADBA2BA3-589D-4309-A57B-A3E2CBFC7736}" type="sibTrans" cxnId="{C5F02B0F-21C2-4045-81FD-2D1E78C93D08}">
      <dgm:prSet/>
      <dgm:spPr/>
      <dgm:t>
        <a:bodyPr/>
        <a:lstStyle/>
        <a:p>
          <a:endParaRPr lang="en-US"/>
        </a:p>
      </dgm:t>
    </dgm:pt>
    <dgm:pt modelId="{1D4370A3-3653-4BAD-B23D-505B08C79A98}" type="pres">
      <dgm:prSet presAssocID="{4192555B-6F95-4182-AAA5-B557CC603F3A}" presName="compositeShape" presStyleCnt="0">
        <dgm:presLayoutVars>
          <dgm:dir/>
          <dgm:resizeHandles/>
        </dgm:presLayoutVars>
      </dgm:prSet>
      <dgm:spPr/>
    </dgm:pt>
    <dgm:pt modelId="{652AC260-F6CC-4D7E-9064-BB935AC3409C}" type="pres">
      <dgm:prSet presAssocID="{4192555B-6F95-4182-AAA5-B557CC603F3A}" presName="pyramid" presStyleLbl="node1" presStyleIdx="0" presStyleCnt="1"/>
      <dgm:spPr/>
    </dgm:pt>
    <dgm:pt modelId="{30BE990C-FB84-4A3B-B834-19EB50F86E9B}" type="pres">
      <dgm:prSet presAssocID="{4192555B-6F95-4182-AAA5-B557CC603F3A}" presName="theList" presStyleCnt="0"/>
      <dgm:spPr/>
    </dgm:pt>
    <dgm:pt modelId="{477FE045-2284-452A-9796-20A0FC66CB7D}" type="pres">
      <dgm:prSet presAssocID="{1B338667-2FE0-4943-86F0-76416AFF56B0}" presName="aNode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DAE776-A8F1-4170-9CC3-10428C45A8BA}" type="pres">
      <dgm:prSet presAssocID="{1B338667-2FE0-4943-86F0-76416AFF56B0}" presName="aSpace" presStyleCnt="0"/>
      <dgm:spPr/>
    </dgm:pt>
    <dgm:pt modelId="{BD4229D8-ECB5-4C6E-9313-8BD615C0E21E}" type="pres">
      <dgm:prSet presAssocID="{981E40D0-68EC-4747-9A85-6133DA9F1EBE}" presName="aNode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D8AD9C-335A-4E21-BFE7-905DBE0E1899}" type="pres">
      <dgm:prSet presAssocID="{981E40D0-68EC-4747-9A85-6133DA9F1EBE}" presName="aSpace" presStyleCnt="0"/>
      <dgm:spPr/>
    </dgm:pt>
    <dgm:pt modelId="{D5885A22-0168-43BF-B07E-A943D1E92ECA}" type="pres">
      <dgm:prSet presAssocID="{45E4AFCE-06CA-4533-BC28-A67450028CD4}" presName="aNode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58A207-F96D-445F-B3FF-059BEB3D1490}" type="pres">
      <dgm:prSet presAssocID="{45E4AFCE-06CA-4533-BC28-A67450028CD4}" presName="aSpace" presStyleCnt="0"/>
      <dgm:spPr/>
    </dgm:pt>
    <dgm:pt modelId="{B4E09C6E-1262-4F2C-87A3-F660ECFCED1C}" type="pres">
      <dgm:prSet presAssocID="{E39102C8-6E25-4E7C-B839-452D33760151}" presName="aNode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D03C1D-636F-4291-A6A7-426BE4CD1AAD}" type="pres">
      <dgm:prSet presAssocID="{E39102C8-6E25-4E7C-B839-452D33760151}" presName="aSpace" presStyleCnt="0"/>
      <dgm:spPr/>
    </dgm:pt>
  </dgm:ptLst>
  <dgm:cxnLst>
    <dgm:cxn modelId="{C5F02B0F-21C2-4045-81FD-2D1E78C93D08}" srcId="{4192555B-6F95-4182-AAA5-B557CC603F3A}" destId="{E39102C8-6E25-4E7C-B839-452D33760151}" srcOrd="3" destOrd="0" parTransId="{E6453FBF-83D0-4227-A4BC-48D8C906A9FD}" sibTransId="{ADBA2BA3-589D-4309-A57B-A3E2CBFC7736}"/>
    <dgm:cxn modelId="{6B225372-6B82-4C41-B15C-9326F865F636}" type="presOf" srcId="{45E4AFCE-06CA-4533-BC28-A67450028CD4}" destId="{D5885A22-0168-43BF-B07E-A943D1E92ECA}" srcOrd="0" destOrd="0" presId="urn:microsoft.com/office/officeart/2005/8/layout/pyramid2"/>
    <dgm:cxn modelId="{6D241AE8-15FF-4DCB-AE5A-E2299700FFBC}" srcId="{4192555B-6F95-4182-AAA5-B557CC603F3A}" destId="{45E4AFCE-06CA-4533-BC28-A67450028CD4}" srcOrd="2" destOrd="0" parTransId="{FC5B9E82-18C2-4E09-AE9B-A15178150C9D}" sibTransId="{176C0BB4-D390-4F0B-B941-F6945C6DCF1A}"/>
    <dgm:cxn modelId="{9C459956-38DD-4D65-B702-4D429BA4DBEF}" type="presOf" srcId="{4192555B-6F95-4182-AAA5-B557CC603F3A}" destId="{1D4370A3-3653-4BAD-B23D-505B08C79A98}" srcOrd="0" destOrd="0" presId="urn:microsoft.com/office/officeart/2005/8/layout/pyramid2"/>
    <dgm:cxn modelId="{DA0A17D8-9712-4027-99F1-CBC5F53C121B}" type="presOf" srcId="{1B338667-2FE0-4943-86F0-76416AFF56B0}" destId="{477FE045-2284-452A-9796-20A0FC66CB7D}" srcOrd="0" destOrd="0" presId="urn:microsoft.com/office/officeart/2005/8/layout/pyramid2"/>
    <dgm:cxn modelId="{5D834576-86FC-406E-881D-11BFE45613DC}" srcId="{4192555B-6F95-4182-AAA5-B557CC603F3A}" destId="{1B338667-2FE0-4943-86F0-76416AFF56B0}" srcOrd="0" destOrd="0" parTransId="{D92F6A45-A7C8-473C-9A31-AD5E977C49CD}" sibTransId="{BCB73F16-3A40-4796-81FA-C7B0E7EE2417}"/>
    <dgm:cxn modelId="{72E2ADF5-6F53-4CFC-B9D7-253FA631009B}" srcId="{4192555B-6F95-4182-AAA5-B557CC603F3A}" destId="{981E40D0-68EC-4747-9A85-6133DA9F1EBE}" srcOrd="1" destOrd="0" parTransId="{D78E8EAE-0948-4A58-BF74-7519E7CEB4D7}" sibTransId="{3C3CA9B4-ED3A-421C-AA7C-2AC6A6D9DB7A}"/>
    <dgm:cxn modelId="{A199173F-8C42-4819-A9B9-4F3BD76C0B87}" type="presOf" srcId="{981E40D0-68EC-4747-9A85-6133DA9F1EBE}" destId="{BD4229D8-ECB5-4C6E-9313-8BD615C0E21E}" srcOrd="0" destOrd="0" presId="urn:microsoft.com/office/officeart/2005/8/layout/pyramid2"/>
    <dgm:cxn modelId="{36BCF8FA-316D-47BD-A3D2-D24C5C1AF600}" type="presOf" srcId="{E39102C8-6E25-4E7C-B839-452D33760151}" destId="{B4E09C6E-1262-4F2C-87A3-F660ECFCED1C}" srcOrd="0" destOrd="0" presId="urn:microsoft.com/office/officeart/2005/8/layout/pyramid2"/>
    <dgm:cxn modelId="{C89AC6F1-03CD-42AF-B81C-4516F1C9ED36}" type="presParOf" srcId="{1D4370A3-3653-4BAD-B23D-505B08C79A98}" destId="{652AC260-F6CC-4D7E-9064-BB935AC3409C}" srcOrd="0" destOrd="0" presId="urn:microsoft.com/office/officeart/2005/8/layout/pyramid2"/>
    <dgm:cxn modelId="{E94BA0ED-FA0C-4CDC-9642-592D0BA07231}" type="presParOf" srcId="{1D4370A3-3653-4BAD-B23D-505B08C79A98}" destId="{30BE990C-FB84-4A3B-B834-19EB50F86E9B}" srcOrd="1" destOrd="0" presId="urn:microsoft.com/office/officeart/2005/8/layout/pyramid2"/>
    <dgm:cxn modelId="{A74F1FD3-D482-4796-AB27-528427E1C5D3}" type="presParOf" srcId="{30BE990C-FB84-4A3B-B834-19EB50F86E9B}" destId="{477FE045-2284-452A-9796-20A0FC66CB7D}" srcOrd="0" destOrd="0" presId="urn:microsoft.com/office/officeart/2005/8/layout/pyramid2"/>
    <dgm:cxn modelId="{A1000552-5AA0-4E0D-884D-B195A7CA1E3C}" type="presParOf" srcId="{30BE990C-FB84-4A3B-B834-19EB50F86E9B}" destId="{A8DAE776-A8F1-4170-9CC3-10428C45A8BA}" srcOrd="1" destOrd="0" presId="urn:microsoft.com/office/officeart/2005/8/layout/pyramid2"/>
    <dgm:cxn modelId="{F13235C5-27A1-4DB3-BBF8-2D5EDBC2D027}" type="presParOf" srcId="{30BE990C-FB84-4A3B-B834-19EB50F86E9B}" destId="{BD4229D8-ECB5-4C6E-9313-8BD615C0E21E}" srcOrd="2" destOrd="0" presId="urn:microsoft.com/office/officeart/2005/8/layout/pyramid2"/>
    <dgm:cxn modelId="{5D579985-73F9-4E57-B401-40C617CD8849}" type="presParOf" srcId="{30BE990C-FB84-4A3B-B834-19EB50F86E9B}" destId="{FBD8AD9C-335A-4E21-BFE7-905DBE0E1899}" srcOrd="3" destOrd="0" presId="urn:microsoft.com/office/officeart/2005/8/layout/pyramid2"/>
    <dgm:cxn modelId="{EA69CCEC-B325-4637-B6C7-4B74BB7BEDE0}" type="presParOf" srcId="{30BE990C-FB84-4A3B-B834-19EB50F86E9B}" destId="{D5885A22-0168-43BF-B07E-A943D1E92ECA}" srcOrd="4" destOrd="0" presId="urn:microsoft.com/office/officeart/2005/8/layout/pyramid2"/>
    <dgm:cxn modelId="{70D06DD4-51F7-41BE-8874-932ADE81AC4F}" type="presParOf" srcId="{30BE990C-FB84-4A3B-B834-19EB50F86E9B}" destId="{4658A207-F96D-445F-B3FF-059BEB3D1490}" srcOrd="5" destOrd="0" presId="urn:microsoft.com/office/officeart/2005/8/layout/pyramid2"/>
    <dgm:cxn modelId="{EA0B8A12-5E5A-4639-95C2-592C057A7FD6}" type="presParOf" srcId="{30BE990C-FB84-4A3B-B834-19EB50F86E9B}" destId="{B4E09C6E-1262-4F2C-87A3-F660ECFCED1C}" srcOrd="6" destOrd="0" presId="urn:microsoft.com/office/officeart/2005/8/layout/pyramid2"/>
    <dgm:cxn modelId="{B4F300EE-7B07-478F-A477-5656736DEB66}" type="presParOf" srcId="{30BE990C-FB84-4A3B-B834-19EB50F86E9B}" destId="{BBD03C1D-636F-4291-A6A7-426BE4CD1AAD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A60F2F-D90B-423E-8C65-717EB4C105E8}" type="doc">
      <dgm:prSet loTypeId="urn:microsoft.com/office/officeart/2008/layout/PictureStrips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9A8C149-F362-4521-AD76-E19748917DD5}">
      <dgm:prSet phldrT="[Text]" custT="1"/>
      <dgm:spPr/>
      <dgm:t>
        <a:bodyPr/>
        <a:lstStyle/>
        <a:p>
          <a:r>
            <a: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Pricing significantly impacts churn</a:t>
          </a:r>
        </a:p>
      </dgm:t>
    </dgm:pt>
    <dgm:pt modelId="{DCAC62ED-6DDA-40BE-91A2-AA08E1DD45A4}" type="parTrans" cxnId="{668AA0BA-D13A-44B1-904C-A53E7E255EC0}">
      <dgm:prSet/>
      <dgm:spPr/>
      <dgm:t>
        <a:bodyPr/>
        <a:lstStyle/>
        <a:p>
          <a:endParaRPr lang="en-US"/>
        </a:p>
      </dgm:t>
    </dgm:pt>
    <dgm:pt modelId="{FA3D0C0C-19CA-4878-9C42-7B8F4E3F6E5D}" type="sibTrans" cxnId="{668AA0BA-D13A-44B1-904C-A53E7E255EC0}">
      <dgm:prSet/>
      <dgm:spPr/>
      <dgm:t>
        <a:bodyPr/>
        <a:lstStyle/>
        <a:p>
          <a:endParaRPr lang="en-US"/>
        </a:p>
      </dgm:t>
    </dgm:pt>
    <dgm:pt modelId="{89F27505-E30C-4C54-9082-320BDB59A3D0}">
      <dgm:prSet phldrT="[Text]" custT="1"/>
      <dgm:spPr/>
      <dgm:t>
        <a:bodyPr/>
        <a:lstStyle/>
        <a:p>
          <a:r>
            <a: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tenure is a strong retention factor</a:t>
          </a:r>
          <a:endParaRPr 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CD75CB-76E9-4AC7-8BA6-828520F0BA08}" type="parTrans" cxnId="{4C7FF1F0-16FA-4050-9DB5-CAA9A13F0947}">
      <dgm:prSet/>
      <dgm:spPr/>
      <dgm:t>
        <a:bodyPr/>
        <a:lstStyle/>
        <a:p>
          <a:endParaRPr lang="en-US"/>
        </a:p>
      </dgm:t>
    </dgm:pt>
    <dgm:pt modelId="{FC1FA0C4-B02B-43DA-BA30-510147AEB8C1}" type="sibTrans" cxnId="{4C7FF1F0-16FA-4050-9DB5-CAA9A13F0947}">
      <dgm:prSet/>
      <dgm:spPr/>
      <dgm:t>
        <a:bodyPr/>
        <a:lstStyle/>
        <a:p>
          <a:endParaRPr lang="en-US"/>
        </a:p>
      </dgm:t>
    </dgm:pt>
    <dgm:pt modelId="{46006996-98EE-45DA-83A1-F169A4D35C98}">
      <dgm:prSet phldrT="[Text]" custT="1"/>
      <dgm:spPr/>
      <dgm:t>
        <a:bodyPr/>
        <a:lstStyle/>
        <a:p>
          <a:r>
            <a: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Contract structure influences churn</a:t>
          </a:r>
          <a:endParaRPr 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370CF9-F91C-4955-919A-44F100298996}" type="parTrans" cxnId="{A83B1717-1D57-460B-8CF7-425AD59C0895}">
      <dgm:prSet/>
      <dgm:spPr/>
      <dgm:t>
        <a:bodyPr/>
        <a:lstStyle/>
        <a:p>
          <a:endParaRPr lang="en-US"/>
        </a:p>
      </dgm:t>
    </dgm:pt>
    <dgm:pt modelId="{90CB07EC-C411-4848-81DB-CB01C02A2836}" type="sibTrans" cxnId="{A83B1717-1D57-460B-8CF7-425AD59C0895}">
      <dgm:prSet/>
      <dgm:spPr/>
      <dgm:t>
        <a:bodyPr/>
        <a:lstStyle/>
        <a:p>
          <a:endParaRPr lang="en-US"/>
        </a:p>
      </dgm:t>
    </dgm:pt>
    <dgm:pt modelId="{6CAFA2EA-DD5A-48EF-A85E-4A8C3C1DB0C3}">
      <dgm:prSet phldrT="[Text]" custT="1"/>
      <dgm:spPr/>
      <dgm:t>
        <a:bodyPr/>
        <a:lstStyle/>
        <a:p>
          <a:r>
            <a: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Results supported by statistics	</a:t>
          </a:r>
          <a:endParaRPr lang="en-US" sz="3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2C575B-901B-4369-8D00-D7CA27FF82F0}" type="parTrans" cxnId="{FE60B935-A623-4ACB-BB64-84BFB8E049E2}">
      <dgm:prSet/>
      <dgm:spPr/>
      <dgm:t>
        <a:bodyPr/>
        <a:lstStyle/>
        <a:p>
          <a:endParaRPr lang="en-US"/>
        </a:p>
      </dgm:t>
    </dgm:pt>
    <dgm:pt modelId="{DD3E1C97-99CA-4FF0-84F6-0868249752AB}" type="sibTrans" cxnId="{FE60B935-A623-4ACB-BB64-84BFB8E049E2}">
      <dgm:prSet/>
      <dgm:spPr/>
      <dgm:t>
        <a:bodyPr/>
        <a:lstStyle/>
        <a:p>
          <a:endParaRPr lang="en-US"/>
        </a:p>
      </dgm:t>
    </dgm:pt>
    <dgm:pt modelId="{D0FC48DA-D64B-4211-8871-A37AC5017C63}" type="pres">
      <dgm:prSet presAssocID="{BCA60F2F-D90B-423E-8C65-717EB4C105E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C4A0E02-069D-4E32-ADBF-B470485A566A}" type="pres">
      <dgm:prSet presAssocID="{19A8C149-F362-4521-AD76-E19748917DD5}" presName="composite" presStyleCnt="0"/>
      <dgm:spPr/>
    </dgm:pt>
    <dgm:pt modelId="{E0F48F02-5719-48F6-BE3D-72A368C8C06C}" type="pres">
      <dgm:prSet presAssocID="{19A8C149-F362-4521-AD76-E19748917DD5}" presName="rect1" presStyleLbl="tr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A4A1A7-92BD-474F-98F1-1A80A303C9F2}" type="pres">
      <dgm:prSet presAssocID="{19A8C149-F362-4521-AD76-E19748917DD5}" presName="rect2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  <dgm:t>
        <a:bodyPr/>
        <a:lstStyle/>
        <a:p>
          <a:endParaRPr lang="en-US"/>
        </a:p>
      </dgm:t>
    </dgm:pt>
    <dgm:pt modelId="{A404CFB1-D1F9-4EA4-8D82-EF34E90FFC74}" type="pres">
      <dgm:prSet presAssocID="{FA3D0C0C-19CA-4878-9C42-7B8F4E3F6E5D}" presName="sibTrans" presStyleCnt="0"/>
      <dgm:spPr/>
    </dgm:pt>
    <dgm:pt modelId="{A286BC0E-5DD3-40C8-9CC0-E3E0ADF33E5E}" type="pres">
      <dgm:prSet presAssocID="{89F27505-E30C-4C54-9082-320BDB59A3D0}" presName="composite" presStyleCnt="0"/>
      <dgm:spPr/>
    </dgm:pt>
    <dgm:pt modelId="{C02D0088-8E4D-4250-8735-C4B506C47892}" type="pres">
      <dgm:prSet presAssocID="{89F27505-E30C-4C54-9082-320BDB59A3D0}" presName="rect1" presStyleLbl="tr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46DA9C-0622-463D-920A-42506F57EE35}" type="pres">
      <dgm:prSet presAssocID="{89F27505-E30C-4C54-9082-320BDB59A3D0}" presName="rect2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</dgm:spPr>
      <dgm:t>
        <a:bodyPr/>
        <a:lstStyle/>
        <a:p>
          <a:endParaRPr lang="en-US"/>
        </a:p>
      </dgm:t>
    </dgm:pt>
    <dgm:pt modelId="{D05A0BEF-C109-4113-BCFE-AF4391CB93D2}" type="pres">
      <dgm:prSet presAssocID="{FC1FA0C4-B02B-43DA-BA30-510147AEB8C1}" presName="sibTrans" presStyleCnt="0"/>
      <dgm:spPr/>
    </dgm:pt>
    <dgm:pt modelId="{AAC58412-2BDF-450E-9F66-3736FE794394}" type="pres">
      <dgm:prSet presAssocID="{46006996-98EE-45DA-83A1-F169A4D35C98}" presName="composite" presStyleCnt="0"/>
      <dgm:spPr/>
    </dgm:pt>
    <dgm:pt modelId="{85983801-F55B-4A9B-9A15-D297E9BB443F}" type="pres">
      <dgm:prSet presAssocID="{46006996-98EE-45DA-83A1-F169A4D35C98}" presName="rect1" presStyleLbl="tr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8F279D-972F-457E-AC82-9544EFA7A374}" type="pres">
      <dgm:prSet presAssocID="{46006996-98EE-45DA-83A1-F169A4D35C98}" presName="rect2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  <dgm:t>
        <a:bodyPr/>
        <a:lstStyle/>
        <a:p>
          <a:endParaRPr lang="en-US"/>
        </a:p>
      </dgm:t>
    </dgm:pt>
    <dgm:pt modelId="{A237D5F7-62DD-4A0A-85D5-DB0034001BB4}" type="pres">
      <dgm:prSet presAssocID="{90CB07EC-C411-4848-81DB-CB01C02A2836}" presName="sibTrans" presStyleCnt="0"/>
      <dgm:spPr/>
    </dgm:pt>
    <dgm:pt modelId="{77F72938-3F4A-471C-A416-983803F1EC4B}" type="pres">
      <dgm:prSet presAssocID="{6CAFA2EA-DD5A-48EF-A85E-4A8C3C1DB0C3}" presName="composite" presStyleCnt="0"/>
      <dgm:spPr/>
    </dgm:pt>
    <dgm:pt modelId="{A91674F2-DBA8-49BE-895F-970146182C11}" type="pres">
      <dgm:prSet presAssocID="{6CAFA2EA-DD5A-48EF-A85E-4A8C3C1DB0C3}" presName="rect1" presStyleLbl="tr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776D2E-DDAD-4896-8921-67789BB6B3C6}" type="pres">
      <dgm:prSet presAssocID="{6CAFA2EA-DD5A-48EF-A85E-4A8C3C1DB0C3}" presName="rect2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</dgm:spPr>
      <dgm:t>
        <a:bodyPr/>
        <a:lstStyle/>
        <a:p>
          <a:endParaRPr lang="en-US"/>
        </a:p>
      </dgm:t>
    </dgm:pt>
  </dgm:ptLst>
  <dgm:cxnLst>
    <dgm:cxn modelId="{F2758061-2C3A-4163-A1EE-BF60240A3416}" type="presOf" srcId="{BCA60F2F-D90B-423E-8C65-717EB4C105E8}" destId="{D0FC48DA-D64B-4211-8871-A37AC5017C63}" srcOrd="0" destOrd="0" presId="urn:microsoft.com/office/officeart/2008/layout/PictureStrips"/>
    <dgm:cxn modelId="{668AA0BA-D13A-44B1-904C-A53E7E255EC0}" srcId="{BCA60F2F-D90B-423E-8C65-717EB4C105E8}" destId="{19A8C149-F362-4521-AD76-E19748917DD5}" srcOrd="0" destOrd="0" parTransId="{DCAC62ED-6DDA-40BE-91A2-AA08E1DD45A4}" sibTransId="{FA3D0C0C-19CA-4878-9C42-7B8F4E3F6E5D}"/>
    <dgm:cxn modelId="{4C7FF1F0-16FA-4050-9DB5-CAA9A13F0947}" srcId="{BCA60F2F-D90B-423E-8C65-717EB4C105E8}" destId="{89F27505-E30C-4C54-9082-320BDB59A3D0}" srcOrd="1" destOrd="0" parTransId="{C0CD75CB-76E9-4AC7-8BA6-828520F0BA08}" sibTransId="{FC1FA0C4-B02B-43DA-BA30-510147AEB8C1}"/>
    <dgm:cxn modelId="{FA1B3D45-CFF1-4764-8DFB-A198847177CC}" type="presOf" srcId="{19A8C149-F362-4521-AD76-E19748917DD5}" destId="{E0F48F02-5719-48F6-BE3D-72A368C8C06C}" srcOrd="0" destOrd="0" presId="urn:microsoft.com/office/officeart/2008/layout/PictureStrips"/>
    <dgm:cxn modelId="{FE60B935-A623-4ACB-BB64-84BFB8E049E2}" srcId="{BCA60F2F-D90B-423E-8C65-717EB4C105E8}" destId="{6CAFA2EA-DD5A-48EF-A85E-4A8C3C1DB0C3}" srcOrd="3" destOrd="0" parTransId="{FA2C575B-901B-4369-8D00-D7CA27FF82F0}" sibTransId="{DD3E1C97-99CA-4FF0-84F6-0868249752AB}"/>
    <dgm:cxn modelId="{638667A3-A698-4BED-9A9C-35EF16D72028}" type="presOf" srcId="{6CAFA2EA-DD5A-48EF-A85E-4A8C3C1DB0C3}" destId="{A91674F2-DBA8-49BE-895F-970146182C11}" srcOrd="0" destOrd="0" presId="urn:microsoft.com/office/officeart/2008/layout/PictureStrips"/>
    <dgm:cxn modelId="{74E51CD7-A80A-49E2-B691-2529DA5243F7}" type="presOf" srcId="{46006996-98EE-45DA-83A1-F169A4D35C98}" destId="{85983801-F55B-4A9B-9A15-D297E9BB443F}" srcOrd="0" destOrd="0" presId="urn:microsoft.com/office/officeart/2008/layout/PictureStrips"/>
    <dgm:cxn modelId="{E6871703-E301-4FC1-9EBF-EBC5CEE0B589}" type="presOf" srcId="{89F27505-E30C-4C54-9082-320BDB59A3D0}" destId="{C02D0088-8E4D-4250-8735-C4B506C47892}" srcOrd="0" destOrd="0" presId="urn:microsoft.com/office/officeart/2008/layout/PictureStrips"/>
    <dgm:cxn modelId="{A83B1717-1D57-460B-8CF7-425AD59C0895}" srcId="{BCA60F2F-D90B-423E-8C65-717EB4C105E8}" destId="{46006996-98EE-45DA-83A1-F169A4D35C98}" srcOrd="2" destOrd="0" parTransId="{E4370CF9-F91C-4955-919A-44F100298996}" sibTransId="{90CB07EC-C411-4848-81DB-CB01C02A2836}"/>
    <dgm:cxn modelId="{B1BD7148-D879-424F-8FAE-826B91693F4F}" type="presParOf" srcId="{D0FC48DA-D64B-4211-8871-A37AC5017C63}" destId="{0C4A0E02-069D-4E32-ADBF-B470485A566A}" srcOrd="0" destOrd="0" presId="urn:microsoft.com/office/officeart/2008/layout/PictureStrips"/>
    <dgm:cxn modelId="{3E716058-EC80-4F98-B984-6EEA447D6546}" type="presParOf" srcId="{0C4A0E02-069D-4E32-ADBF-B470485A566A}" destId="{E0F48F02-5719-48F6-BE3D-72A368C8C06C}" srcOrd="0" destOrd="0" presId="urn:microsoft.com/office/officeart/2008/layout/PictureStrips"/>
    <dgm:cxn modelId="{F8EB55F6-A9FF-4753-B366-695F142BA457}" type="presParOf" srcId="{0C4A0E02-069D-4E32-ADBF-B470485A566A}" destId="{17A4A1A7-92BD-474F-98F1-1A80A303C9F2}" srcOrd="1" destOrd="0" presId="urn:microsoft.com/office/officeart/2008/layout/PictureStrips"/>
    <dgm:cxn modelId="{B0EF8EAE-DFC1-4271-8190-96B043CF5792}" type="presParOf" srcId="{D0FC48DA-D64B-4211-8871-A37AC5017C63}" destId="{A404CFB1-D1F9-4EA4-8D82-EF34E90FFC74}" srcOrd="1" destOrd="0" presId="urn:microsoft.com/office/officeart/2008/layout/PictureStrips"/>
    <dgm:cxn modelId="{9C38BB47-A927-41E8-B516-DEFE76EE70CF}" type="presParOf" srcId="{D0FC48DA-D64B-4211-8871-A37AC5017C63}" destId="{A286BC0E-5DD3-40C8-9CC0-E3E0ADF33E5E}" srcOrd="2" destOrd="0" presId="urn:microsoft.com/office/officeart/2008/layout/PictureStrips"/>
    <dgm:cxn modelId="{CF375FEC-DA3F-4271-9605-764CAE9DAAD7}" type="presParOf" srcId="{A286BC0E-5DD3-40C8-9CC0-E3E0ADF33E5E}" destId="{C02D0088-8E4D-4250-8735-C4B506C47892}" srcOrd="0" destOrd="0" presId="urn:microsoft.com/office/officeart/2008/layout/PictureStrips"/>
    <dgm:cxn modelId="{71172C55-6ED4-4C19-92AA-F242C5C27210}" type="presParOf" srcId="{A286BC0E-5DD3-40C8-9CC0-E3E0ADF33E5E}" destId="{8246DA9C-0622-463D-920A-42506F57EE35}" srcOrd="1" destOrd="0" presId="urn:microsoft.com/office/officeart/2008/layout/PictureStrips"/>
    <dgm:cxn modelId="{B7A46EE2-DBF9-4992-AD5F-D0AD85D9514F}" type="presParOf" srcId="{D0FC48DA-D64B-4211-8871-A37AC5017C63}" destId="{D05A0BEF-C109-4113-BCFE-AF4391CB93D2}" srcOrd="3" destOrd="0" presId="urn:microsoft.com/office/officeart/2008/layout/PictureStrips"/>
    <dgm:cxn modelId="{B5FAA75E-49E0-49D4-BEC1-B697D29B940A}" type="presParOf" srcId="{D0FC48DA-D64B-4211-8871-A37AC5017C63}" destId="{AAC58412-2BDF-450E-9F66-3736FE794394}" srcOrd="4" destOrd="0" presId="urn:microsoft.com/office/officeart/2008/layout/PictureStrips"/>
    <dgm:cxn modelId="{3F989604-B818-485E-B273-D6F8C7E9541A}" type="presParOf" srcId="{AAC58412-2BDF-450E-9F66-3736FE794394}" destId="{85983801-F55B-4A9B-9A15-D297E9BB443F}" srcOrd="0" destOrd="0" presId="urn:microsoft.com/office/officeart/2008/layout/PictureStrips"/>
    <dgm:cxn modelId="{4FA7BC3B-4A8F-45CE-BD29-E905F6F47D48}" type="presParOf" srcId="{AAC58412-2BDF-450E-9F66-3736FE794394}" destId="{D38F279D-972F-457E-AC82-9544EFA7A374}" srcOrd="1" destOrd="0" presId="urn:microsoft.com/office/officeart/2008/layout/PictureStrips"/>
    <dgm:cxn modelId="{F5B3CBC8-DEA5-4D15-973B-0C64431FF007}" type="presParOf" srcId="{D0FC48DA-D64B-4211-8871-A37AC5017C63}" destId="{A237D5F7-62DD-4A0A-85D5-DB0034001BB4}" srcOrd="5" destOrd="0" presId="urn:microsoft.com/office/officeart/2008/layout/PictureStrips"/>
    <dgm:cxn modelId="{8FD8D133-CBC5-4854-A4EB-725A808E5D7A}" type="presParOf" srcId="{D0FC48DA-D64B-4211-8871-A37AC5017C63}" destId="{77F72938-3F4A-471C-A416-983803F1EC4B}" srcOrd="6" destOrd="0" presId="urn:microsoft.com/office/officeart/2008/layout/PictureStrips"/>
    <dgm:cxn modelId="{41F00CB8-333E-4FBD-8CB3-721A3CC81D62}" type="presParOf" srcId="{77F72938-3F4A-471C-A416-983803F1EC4B}" destId="{A91674F2-DBA8-49BE-895F-970146182C11}" srcOrd="0" destOrd="0" presId="urn:microsoft.com/office/officeart/2008/layout/PictureStrips"/>
    <dgm:cxn modelId="{B8182B81-C3E7-4BBE-8605-C5DCBE8E8F83}" type="presParOf" srcId="{77F72938-3F4A-471C-A416-983803F1EC4B}" destId="{48776D2E-DDAD-4896-8921-67789BB6B3C6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D366EEE-5D51-4868-8CE3-673EEA3958FC}" type="doc">
      <dgm:prSet loTypeId="urn:microsoft.com/office/officeart/2005/8/layout/hList7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F096547-8807-4131-BA8F-D8DEE6E447B7}">
      <dgm:prSet phldrT="[Text]"/>
      <dgm:spPr/>
      <dgm:t>
        <a:bodyPr/>
        <a:lstStyle/>
        <a:p>
          <a:pPr algn="ctr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Promote long-term contracts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E688B8-B60E-43DA-A209-D7BBF39FBF86}" type="parTrans" cxnId="{C524D9D3-8BB4-4546-97CC-2FD9F27EAD5B}">
      <dgm:prSet/>
      <dgm:spPr/>
      <dgm:t>
        <a:bodyPr/>
        <a:lstStyle/>
        <a:p>
          <a:endParaRPr lang="en-US"/>
        </a:p>
      </dgm:t>
    </dgm:pt>
    <dgm:pt modelId="{1C768FDE-6F82-4F3A-92AA-58B12FD4D8E8}" type="sibTrans" cxnId="{C524D9D3-8BB4-4546-97CC-2FD9F27EAD5B}">
      <dgm:prSet/>
      <dgm:spPr/>
      <dgm:t>
        <a:bodyPr/>
        <a:lstStyle/>
        <a:p>
          <a:endParaRPr lang="en-US"/>
        </a:p>
      </dgm:t>
    </dgm:pt>
    <dgm:pt modelId="{ED8E8D98-1EBB-42E9-9B14-A0ACCA113138}">
      <dgm:prSet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Improve onboarding experience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4D7A89-61C2-4156-922D-0EF1E6A0B3D6}" type="parTrans" cxnId="{21908F40-1FAD-4800-B308-0082DDC50687}">
      <dgm:prSet/>
      <dgm:spPr/>
      <dgm:t>
        <a:bodyPr/>
        <a:lstStyle/>
        <a:p>
          <a:endParaRPr lang="en-US"/>
        </a:p>
      </dgm:t>
    </dgm:pt>
    <dgm:pt modelId="{085DCE7D-C6D4-4366-B6D6-47FB8669ED55}" type="sibTrans" cxnId="{21908F40-1FAD-4800-B308-0082DDC50687}">
      <dgm:prSet/>
      <dgm:spPr/>
      <dgm:t>
        <a:bodyPr/>
        <a:lstStyle/>
        <a:p>
          <a:endParaRPr lang="en-US"/>
        </a:p>
      </dgm:t>
    </dgm:pt>
    <dgm:pt modelId="{297EBEC9-681F-4F34-A49F-D213CC69EA43}">
      <dgm:prSet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Optimize pricing strategy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05322A-0F35-412C-A6AE-706CBE745A5F}" type="parTrans" cxnId="{417BC319-932D-4B9F-850E-50E41281CD11}">
      <dgm:prSet/>
      <dgm:spPr/>
      <dgm:t>
        <a:bodyPr/>
        <a:lstStyle/>
        <a:p>
          <a:endParaRPr lang="en-US"/>
        </a:p>
      </dgm:t>
    </dgm:pt>
    <dgm:pt modelId="{4DD64D77-9936-4017-9137-3374DD35FE95}" type="sibTrans" cxnId="{417BC319-932D-4B9F-850E-50E41281CD11}">
      <dgm:prSet/>
      <dgm:spPr/>
      <dgm:t>
        <a:bodyPr/>
        <a:lstStyle/>
        <a:p>
          <a:endParaRPr lang="en-US"/>
        </a:p>
      </dgm:t>
    </dgm:pt>
    <dgm:pt modelId="{A1F70BCB-C6FC-4DFE-A973-D40B99DBC235}">
      <dgm:prSet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Target high risk customers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08D1EA-618C-4E40-8D59-F445D67CEB9F}" type="sibTrans" cxnId="{C1357EF1-FADE-4026-96C9-CF757E4FA3D1}">
      <dgm:prSet/>
      <dgm:spPr/>
      <dgm:t>
        <a:bodyPr/>
        <a:lstStyle/>
        <a:p>
          <a:endParaRPr lang="en-US"/>
        </a:p>
      </dgm:t>
    </dgm:pt>
    <dgm:pt modelId="{03B20AD0-36D3-4FE1-BCDF-8B7CD81458E3}" type="parTrans" cxnId="{C1357EF1-FADE-4026-96C9-CF757E4FA3D1}">
      <dgm:prSet/>
      <dgm:spPr/>
      <dgm:t>
        <a:bodyPr/>
        <a:lstStyle/>
        <a:p>
          <a:endParaRPr lang="en-US"/>
        </a:p>
      </dgm:t>
    </dgm:pt>
    <dgm:pt modelId="{504B91FF-F4FA-4A47-969D-067BD56FE6A3}" type="pres">
      <dgm:prSet presAssocID="{FD366EEE-5D51-4868-8CE3-673EEA3958F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ADBCDD-9AE3-43E0-A011-D8AFD5C9F40A}" type="pres">
      <dgm:prSet presAssocID="{FD366EEE-5D51-4868-8CE3-673EEA3958FC}" presName="fgShape" presStyleLbl="fgShp" presStyleIdx="0" presStyleCnt="1"/>
      <dgm:spPr/>
    </dgm:pt>
    <dgm:pt modelId="{DC38503B-CD9A-4761-9485-2D43B68300B4}" type="pres">
      <dgm:prSet presAssocID="{FD366EEE-5D51-4868-8CE3-673EEA3958FC}" presName="linComp" presStyleCnt="0"/>
      <dgm:spPr/>
    </dgm:pt>
    <dgm:pt modelId="{508C861E-8445-4AF5-8023-65DD8FE05911}" type="pres">
      <dgm:prSet presAssocID="{FF096547-8807-4131-BA8F-D8DEE6E447B7}" presName="compNode" presStyleCnt="0"/>
      <dgm:spPr/>
    </dgm:pt>
    <dgm:pt modelId="{DB35EE6A-5FEA-4932-8A29-E56E98C1296E}" type="pres">
      <dgm:prSet presAssocID="{FF096547-8807-4131-BA8F-D8DEE6E447B7}" presName="bkgdShape" presStyleLbl="node1" presStyleIdx="0" presStyleCnt="4"/>
      <dgm:spPr/>
      <dgm:t>
        <a:bodyPr/>
        <a:lstStyle/>
        <a:p>
          <a:endParaRPr lang="en-US"/>
        </a:p>
      </dgm:t>
    </dgm:pt>
    <dgm:pt modelId="{574A3DB8-B7E6-42CA-A704-4535A9D89551}" type="pres">
      <dgm:prSet presAssocID="{FF096547-8807-4131-BA8F-D8DEE6E447B7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ACA2B-73D0-4275-9EF3-1490DC741A2E}" type="pres">
      <dgm:prSet presAssocID="{FF096547-8807-4131-BA8F-D8DEE6E447B7}" presName="invisiNode" presStyleLbl="node1" presStyleIdx="0" presStyleCnt="4"/>
      <dgm:spPr/>
    </dgm:pt>
    <dgm:pt modelId="{5C12B991-C077-465C-A3FC-D30BD7DE865E}" type="pres">
      <dgm:prSet presAssocID="{FF096547-8807-4131-BA8F-D8DEE6E447B7}" presName="imagNode" presStyleLbl="fgImgPlace1" presStyleIdx="0" presStyleCnt="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  <dgm:t>
        <a:bodyPr/>
        <a:lstStyle/>
        <a:p>
          <a:endParaRPr lang="en-US"/>
        </a:p>
      </dgm:t>
    </dgm:pt>
    <dgm:pt modelId="{642F887F-E280-4E00-8DB6-995B82C1B5B7}" type="pres">
      <dgm:prSet presAssocID="{1C768FDE-6F82-4F3A-92AA-58B12FD4D8E8}" presName="sibTrans" presStyleLbl="sibTrans2D1" presStyleIdx="0" presStyleCnt="0"/>
      <dgm:spPr/>
      <dgm:t>
        <a:bodyPr/>
        <a:lstStyle/>
        <a:p>
          <a:endParaRPr lang="en-US"/>
        </a:p>
      </dgm:t>
    </dgm:pt>
    <dgm:pt modelId="{427705C1-AC39-42D5-A482-6388A172BD0A}" type="pres">
      <dgm:prSet presAssocID="{A1F70BCB-C6FC-4DFE-A973-D40B99DBC235}" presName="compNode" presStyleCnt="0"/>
      <dgm:spPr/>
    </dgm:pt>
    <dgm:pt modelId="{E31315F0-4E29-477B-838B-318F988972EE}" type="pres">
      <dgm:prSet presAssocID="{A1F70BCB-C6FC-4DFE-A973-D40B99DBC235}" presName="bkgdShape" presStyleLbl="node1" presStyleIdx="1" presStyleCnt="4"/>
      <dgm:spPr/>
      <dgm:t>
        <a:bodyPr/>
        <a:lstStyle/>
        <a:p>
          <a:endParaRPr lang="en-US"/>
        </a:p>
      </dgm:t>
    </dgm:pt>
    <dgm:pt modelId="{7BF8D3C7-711A-4015-93C8-07C019DB8FBB}" type="pres">
      <dgm:prSet presAssocID="{A1F70BCB-C6FC-4DFE-A973-D40B99DBC235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80026-C4E2-48F5-AFA3-754E72BA60A1}" type="pres">
      <dgm:prSet presAssocID="{A1F70BCB-C6FC-4DFE-A973-D40B99DBC235}" presName="invisiNode" presStyleLbl="node1" presStyleIdx="1" presStyleCnt="4"/>
      <dgm:spPr/>
    </dgm:pt>
    <dgm:pt modelId="{9DCFBAD1-B07C-4070-B87D-C269A690E8DF}" type="pres">
      <dgm:prSet presAssocID="{A1F70BCB-C6FC-4DFE-A973-D40B99DBC235}" presName="imagNode" presStyleLbl="fgImgPlace1" presStyleIdx="1" presStyleCnt="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  <dgm:t>
        <a:bodyPr/>
        <a:lstStyle/>
        <a:p>
          <a:endParaRPr lang="en-US"/>
        </a:p>
      </dgm:t>
    </dgm:pt>
    <dgm:pt modelId="{D229E46A-A8E9-4902-BB32-704BD4F92D83}" type="pres">
      <dgm:prSet presAssocID="{8308D1EA-618C-4E40-8D59-F445D67CEB9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8893EC9F-6A64-4E29-91CC-41526CA8CF1E}" type="pres">
      <dgm:prSet presAssocID="{ED8E8D98-1EBB-42E9-9B14-A0ACCA113138}" presName="compNode" presStyleCnt="0"/>
      <dgm:spPr/>
    </dgm:pt>
    <dgm:pt modelId="{566641F9-9E68-4339-8E25-7170D7201EF7}" type="pres">
      <dgm:prSet presAssocID="{ED8E8D98-1EBB-42E9-9B14-A0ACCA113138}" presName="bkgdShape" presStyleLbl="node1" presStyleIdx="2" presStyleCnt="4"/>
      <dgm:spPr/>
      <dgm:t>
        <a:bodyPr/>
        <a:lstStyle/>
        <a:p>
          <a:endParaRPr lang="en-US"/>
        </a:p>
      </dgm:t>
    </dgm:pt>
    <dgm:pt modelId="{8CB2A438-EAF0-4F18-B211-4D0ECB28AA98}" type="pres">
      <dgm:prSet presAssocID="{ED8E8D98-1EBB-42E9-9B14-A0ACCA113138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1B8CD2-13B4-4C3C-88D0-74581B4CA281}" type="pres">
      <dgm:prSet presAssocID="{ED8E8D98-1EBB-42E9-9B14-A0ACCA113138}" presName="invisiNode" presStyleLbl="node1" presStyleIdx="2" presStyleCnt="4"/>
      <dgm:spPr/>
    </dgm:pt>
    <dgm:pt modelId="{3DEB2B12-9EEC-496A-B5CA-79D1708EA97F}" type="pres">
      <dgm:prSet presAssocID="{ED8E8D98-1EBB-42E9-9B14-A0ACCA113138}" presName="imagNode" presStyleLbl="fgImgPlace1" presStyleIdx="2" presStyleCnt="4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  <dgm:t>
        <a:bodyPr/>
        <a:lstStyle/>
        <a:p>
          <a:endParaRPr lang="en-US"/>
        </a:p>
      </dgm:t>
    </dgm:pt>
    <dgm:pt modelId="{CD71A505-5862-420D-8691-DA3ADDDB3291}" type="pres">
      <dgm:prSet presAssocID="{085DCE7D-C6D4-4366-B6D6-47FB8669ED55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C2ADB8E-23FA-4251-9D05-256DC86B7E32}" type="pres">
      <dgm:prSet presAssocID="{297EBEC9-681F-4F34-A49F-D213CC69EA43}" presName="compNode" presStyleCnt="0"/>
      <dgm:spPr/>
    </dgm:pt>
    <dgm:pt modelId="{0121353E-3388-4E9B-8397-9C70F189AF78}" type="pres">
      <dgm:prSet presAssocID="{297EBEC9-681F-4F34-A49F-D213CC69EA43}" presName="bkgdShape" presStyleLbl="node1" presStyleIdx="3" presStyleCnt="4"/>
      <dgm:spPr/>
      <dgm:t>
        <a:bodyPr/>
        <a:lstStyle/>
        <a:p>
          <a:endParaRPr lang="en-US"/>
        </a:p>
      </dgm:t>
    </dgm:pt>
    <dgm:pt modelId="{86E0040A-5E16-4D5E-9ABB-A58D9EB635E1}" type="pres">
      <dgm:prSet presAssocID="{297EBEC9-681F-4F34-A49F-D213CC69EA43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3BD150-9442-40C9-8251-059426ED20E3}" type="pres">
      <dgm:prSet presAssocID="{297EBEC9-681F-4F34-A49F-D213CC69EA43}" presName="invisiNode" presStyleLbl="node1" presStyleIdx="3" presStyleCnt="4"/>
      <dgm:spPr/>
    </dgm:pt>
    <dgm:pt modelId="{9555D2B7-20D3-43D3-8293-D7484532781A}" type="pres">
      <dgm:prSet presAssocID="{297EBEC9-681F-4F34-A49F-D213CC69EA43}" presName="imagNode" presStyleLbl="fgImgPlace1" presStyleIdx="3" presStyleCnt="4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en-US"/>
        </a:p>
      </dgm:t>
    </dgm:pt>
  </dgm:ptLst>
  <dgm:cxnLst>
    <dgm:cxn modelId="{AADACCA7-668A-4445-A111-E0C8153440EE}" type="presOf" srcId="{297EBEC9-681F-4F34-A49F-D213CC69EA43}" destId="{86E0040A-5E16-4D5E-9ABB-A58D9EB635E1}" srcOrd="1" destOrd="0" presId="urn:microsoft.com/office/officeart/2005/8/layout/hList7"/>
    <dgm:cxn modelId="{21908F40-1FAD-4800-B308-0082DDC50687}" srcId="{FD366EEE-5D51-4868-8CE3-673EEA3958FC}" destId="{ED8E8D98-1EBB-42E9-9B14-A0ACCA113138}" srcOrd="2" destOrd="0" parTransId="{834D7A89-61C2-4156-922D-0EF1E6A0B3D6}" sibTransId="{085DCE7D-C6D4-4366-B6D6-47FB8669ED55}"/>
    <dgm:cxn modelId="{EB440D5C-E8DB-4AFE-89FF-F0739D2A533F}" type="presOf" srcId="{FD366EEE-5D51-4868-8CE3-673EEA3958FC}" destId="{504B91FF-F4FA-4A47-969D-067BD56FE6A3}" srcOrd="0" destOrd="0" presId="urn:microsoft.com/office/officeart/2005/8/layout/hList7"/>
    <dgm:cxn modelId="{C5EDE3E5-3C1C-435E-886B-3F72E77453EF}" type="presOf" srcId="{ED8E8D98-1EBB-42E9-9B14-A0ACCA113138}" destId="{8CB2A438-EAF0-4F18-B211-4D0ECB28AA98}" srcOrd="1" destOrd="0" presId="urn:microsoft.com/office/officeart/2005/8/layout/hList7"/>
    <dgm:cxn modelId="{70DE03ED-472A-4A8E-9389-D2F34920D15A}" type="presOf" srcId="{A1F70BCB-C6FC-4DFE-A973-D40B99DBC235}" destId="{E31315F0-4E29-477B-838B-318F988972EE}" srcOrd="0" destOrd="0" presId="urn:microsoft.com/office/officeart/2005/8/layout/hList7"/>
    <dgm:cxn modelId="{4A0A4C46-A4E5-423C-B4C2-69AC51944F9E}" type="presOf" srcId="{085DCE7D-C6D4-4366-B6D6-47FB8669ED55}" destId="{CD71A505-5862-420D-8691-DA3ADDDB3291}" srcOrd="0" destOrd="0" presId="urn:microsoft.com/office/officeart/2005/8/layout/hList7"/>
    <dgm:cxn modelId="{761A8079-C759-4C85-8A0E-A02575B793FB}" type="presOf" srcId="{A1F70BCB-C6FC-4DFE-A973-D40B99DBC235}" destId="{7BF8D3C7-711A-4015-93C8-07C019DB8FBB}" srcOrd="1" destOrd="0" presId="urn:microsoft.com/office/officeart/2005/8/layout/hList7"/>
    <dgm:cxn modelId="{709C81F4-D9E1-428E-BC3E-C8640C53E6A3}" type="presOf" srcId="{1C768FDE-6F82-4F3A-92AA-58B12FD4D8E8}" destId="{642F887F-E280-4E00-8DB6-995B82C1B5B7}" srcOrd="0" destOrd="0" presId="urn:microsoft.com/office/officeart/2005/8/layout/hList7"/>
    <dgm:cxn modelId="{6AED7978-439F-4799-AE5A-FDFDDDE57C2A}" type="presOf" srcId="{297EBEC9-681F-4F34-A49F-D213CC69EA43}" destId="{0121353E-3388-4E9B-8397-9C70F189AF78}" srcOrd="0" destOrd="0" presId="urn:microsoft.com/office/officeart/2005/8/layout/hList7"/>
    <dgm:cxn modelId="{E66A9AF0-CF1A-4E60-A3D7-7ECD8C84CF71}" type="presOf" srcId="{8308D1EA-618C-4E40-8D59-F445D67CEB9F}" destId="{D229E46A-A8E9-4902-BB32-704BD4F92D83}" srcOrd="0" destOrd="0" presId="urn:microsoft.com/office/officeart/2005/8/layout/hList7"/>
    <dgm:cxn modelId="{C524D9D3-8BB4-4546-97CC-2FD9F27EAD5B}" srcId="{FD366EEE-5D51-4868-8CE3-673EEA3958FC}" destId="{FF096547-8807-4131-BA8F-D8DEE6E447B7}" srcOrd="0" destOrd="0" parTransId="{30E688B8-B60E-43DA-A209-D7BBF39FBF86}" sibTransId="{1C768FDE-6F82-4F3A-92AA-58B12FD4D8E8}"/>
    <dgm:cxn modelId="{FEC84468-6AC2-41AE-B3BF-67520C17CDDF}" type="presOf" srcId="{ED8E8D98-1EBB-42E9-9B14-A0ACCA113138}" destId="{566641F9-9E68-4339-8E25-7170D7201EF7}" srcOrd="0" destOrd="0" presId="urn:microsoft.com/office/officeart/2005/8/layout/hList7"/>
    <dgm:cxn modelId="{2A896B1C-F595-4005-BE0D-B4F2B9A60AA3}" type="presOf" srcId="{FF096547-8807-4131-BA8F-D8DEE6E447B7}" destId="{574A3DB8-B7E6-42CA-A704-4535A9D89551}" srcOrd="1" destOrd="0" presId="urn:microsoft.com/office/officeart/2005/8/layout/hList7"/>
    <dgm:cxn modelId="{C1357EF1-FADE-4026-96C9-CF757E4FA3D1}" srcId="{FD366EEE-5D51-4868-8CE3-673EEA3958FC}" destId="{A1F70BCB-C6FC-4DFE-A973-D40B99DBC235}" srcOrd="1" destOrd="0" parTransId="{03B20AD0-36D3-4FE1-BCDF-8B7CD81458E3}" sibTransId="{8308D1EA-618C-4E40-8D59-F445D67CEB9F}"/>
    <dgm:cxn modelId="{417BC319-932D-4B9F-850E-50E41281CD11}" srcId="{FD366EEE-5D51-4868-8CE3-673EEA3958FC}" destId="{297EBEC9-681F-4F34-A49F-D213CC69EA43}" srcOrd="3" destOrd="0" parTransId="{1E05322A-0F35-412C-A6AE-706CBE745A5F}" sibTransId="{4DD64D77-9936-4017-9137-3374DD35FE95}"/>
    <dgm:cxn modelId="{DDB6C205-3FEE-44CD-9083-081F66A509C9}" type="presOf" srcId="{FF096547-8807-4131-BA8F-D8DEE6E447B7}" destId="{DB35EE6A-5FEA-4932-8A29-E56E98C1296E}" srcOrd="0" destOrd="0" presId="urn:microsoft.com/office/officeart/2005/8/layout/hList7"/>
    <dgm:cxn modelId="{66F67703-D4ED-4D7E-B646-F1143FD1C05A}" type="presParOf" srcId="{504B91FF-F4FA-4A47-969D-067BD56FE6A3}" destId="{EBADBCDD-9AE3-43E0-A011-D8AFD5C9F40A}" srcOrd="0" destOrd="0" presId="urn:microsoft.com/office/officeart/2005/8/layout/hList7"/>
    <dgm:cxn modelId="{47A9C84A-4633-439F-B384-7582041D7D31}" type="presParOf" srcId="{504B91FF-F4FA-4A47-969D-067BD56FE6A3}" destId="{DC38503B-CD9A-4761-9485-2D43B68300B4}" srcOrd="1" destOrd="0" presId="urn:microsoft.com/office/officeart/2005/8/layout/hList7"/>
    <dgm:cxn modelId="{8D73E20E-A02C-46FC-A3B7-FE6F9F7E4695}" type="presParOf" srcId="{DC38503B-CD9A-4761-9485-2D43B68300B4}" destId="{508C861E-8445-4AF5-8023-65DD8FE05911}" srcOrd="0" destOrd="0" presId="urn:microsoft.com/office/officeart/2005/8/layout/hList7"/>
    <dgm:cxn modelId="{99EC1171-D1C3-4989-84F5-DCE01866C899}" type="presParOf" srcId="{508C861E-8445-4AF5-8023-65DD8FE05911}" destId="{DB35EE6A-5FEA-4932-8A29-E56E98C1296E}" srcOrd="0" destOrd="0" presId="urn:microsoft.com/office/officeart/2005/8/layout/hList7"/>
    <dgm:cxn modelId="{19F9B9AF-D350-45BA-B4F2-21F253884E16}" type="presParOf" srcId="{508C861E-8445-4AF5-8023-65DD8FE05911}" destId="{574A3DB8-B7E6-42CA-A704-4535A9D89551}" srcOrd="1" destOrd="0" presId="urn:microsoft.com/office/officeart/2005/8/layout/hList7"/>
    <dgm:cxn modelId="{2224D31D-641E-42BA-807E-4E468722B1D8}" type="presParOf" srcId="{508C861E-8445-4AF5-8023-65DD8FE05911}" destId="{5DCACA2B-73D0-4275-9EF3-1490DC741A2E}" srcOrd="2" destOrd="0" presId="urn:microsoft.com/office/officeart/2005/8/layout/hList7"/>
    <dgm:cxn modelId="{EE56FFEC-55C3-4153-8AB4-15FBB75819C9}" type="presParOf" srcId="{508C861E-8445-4AF5-8023-65DD8FE05911}" destId="{5C12B991-C077-465C-A3FC-D30BD7DE865E}" srcOrd="3" destOrd="0" presId="urn:microsoft.com/office/officeart/2005/8/layout/hList7"/>
    <dgm:cxn modelId="{7630E41B-FAE2-4EB5-8CF2-5C9AE98FA405}" type="presParOf" srcId="{DC38503B-CD9A-4761-9485-2D43B68300B4}" destId="{642F887F-E280-4E00-8DB6-995B82C1B5B7}" srcOrd="1" destOrd="0" presId="urn:microsoft.com/office/officeart/2005/8/layout/hList7"/>
    <dgm:cxn modelId="{A3921F3F-E263-4800-BAB3-5CE7FFA8B942}" type="presParOf" srcId="{DC38503B-CD9A-4761-9485-2D43B68300B4}" destId="{427705C1-AC39-42D5-A482-6388A172BD0A}" srcOrd="2" destOrd="0" presId="urn:microsoft.com/office/officeart/2005/8/layout/hList7"/>
    <dgm:cxn modelId="{1AC23CCF-1F46-4EA0-8703-C612020ABACC}" type="presParOf" srcId="{427705C1-AC39-42D5-A482-6388A172BD0A}" destId="{E31315F0-4E29-477B-838B-318F988972EE}" srcOrd="0" destOrd="0" presId="urn:microsoft.com/office/officeart/2005/8/layout/hList7"/>
    <dgm:cxn modelId="{5D4C2FE7-2B69-4524-8E8E-1F0904697309}" type="presParOf" srcId="{427705C1-AC39-42D5-A482-6388A172BD0A}" destId="{7BF8D3C7-711A-4015-93C8-07C019DB8FBB}" srcOrd="1" destOrd="0" presId="urn:microsoft.com/office/officeart/2005/8/layout/hList7"/>
    <dgm:cxn modelId="{D264E966-539D-4D84-AAC8-F74750FB846B}" type="presParOf" srcId="{427705C1-AC39-42D5-A482-6388A172BD0A}" destId="{E0280026-C4E2-48F5-AFA3-754E72BA60A1}" srcOrd="2" destOrd="0" presId="urn:microsoft.com/office/officeart/2005/8/layout/hList7"/>
    <dgm:cxn modelId="{ED53D6CD-B552-48B2-8371-17BD246835F1}" type="presParOf" srcId="{427705C1-AC39-42D5-A482-6388A172BD0A}" destId="{9DCFBAD1-B07C-4070-B87D-C269A690E8DF}" srcOrd="3" destOrd="0" presId="urn:microsoft.com/office/officeart/2005/8/layout/hList7"/>
    <dgm:cxn modelId="{D9D6366F-EBB3-4E65-9923-63DB72629C0F}" type="presParOf" srcId="{DC38503B-CD9A-4761-9485-2D43B68300B4}" destId="{D229E46A-A8E9-4902-BB32-704BD4F92D83}" srcOrd="3" destOrd="0" presId="urn:microsoft.com/office/officeart/2005/8/layout/hList7"/>
    <dgm:cxn modelId="{1C058ADA-A5B0-4A9A-81F9-24B8102D0E4C}" type="presParOf" srcId="{DC38503B-CD9A-4761-9485-2D43B68300B4}" destId="{8893EC9F-6A64-4E29-91CC-41526CA8CF1E}" srcOrd="4" destOrd="0" presId="urn:microsoft.com/office/officeart/2005/8/layout/hList7"/>
    <dgm:cxn modelId="{29B0DDA2-7AD9-4926-B66F-05BD88623C05}" type="presParOf" srcId="{8893EC9F-6A64-4E29-91CC-41526CA8CF1E}" destId="{566641F9-9E68-4339-8E25-7170D7201EF7}" srcOrd="0" destOrd="0" presId="urn:microsoft.com/office/officeart/2005/8/layout/hList7"/>
    <dgm:cxn modelId="{9D6AB6A0-AF04-4A24-B582-32AC19F8EEA0}" type="presParOf" srcId="{8893EC9F-6A64-4E29-91CC-41526CA8CF1E}" destId="{8CB2A438-EAF0-4F18-B211-4D0ECB28AA98}" srcOrd="1" destOrd="0" presId="urn:microsoft.com/office/officeart/2005/8/layout/hList7"/>
    <dgm:cxn modelId="{E8EDC8B1-13AB-4733-A968-47BDCAD2201E}" type="presParOf" srcId="{8893EC9F-6A64-4E29-91CC-41526CA8CF1E}" destId="{941B8CD2-13B4-4C3C-88D0-74581B4CA281}" srcOrd="2" destOrd="0" presId="urn:microsoft.com/office/officeart/2005/8/layout/hList7"/>
    <dgm:cxn modelId="{9F71F800-A4B4-4258-AE97-3B9A3B6B46D3}" type="presParOf" srcId="{8893EC9F-6A64-4E29-91CC-41526CA8CF1E}" destId="{3DEB2B12-9EEC-496A-B5CA-79D1708EA97F}" srcOrd="3" destOrd="0" presId="urn:microsoft.com/office/officeart/2005/8/layout/hList7"/>
    <dgm:cxn modelId="{2254F019-E0D7-4BE2-9A50-2D3F74FE186C}" type="presParOf" srcId="{DC38503B-CD9A-4761-9485-2D43B68300B4}" destId="{CD71A505-5862-420D-8691-DA3ADDDB3291}" srcOrd="5" destOrd="0" presId="urn:microsoft.com/office/officeart/2005/8/layout/hList7"/>
    <dgm:cxn modelId="{1C05D70A-5F91-45E9-A085-659E5C1676D7}" type="presParOf" srcId="{DC38503B-CD9A-4761-9485-2D43B68300B4}" destId="{0C2ADB8E-23FA-4251-9D05-256DC86B7E32}" srcOrd="6" destOrd="0" presId="urn:microsoft.com/office/officeart/2005/8/layout/hList7"/>
    <dgm:cxn modelId="{E6F68075-94B5-4879-A6E6-9BDA3F003B61}" type="presParOf" srcId="{0C2ADB8E-23FA-4251-9D05-256DC86B7E32}" destId="{0121353E-3388-4E9B-8397-9C70F189AF78}" srcOrd="0" destOrd="0" presId="urn:microsoft.com/office/officeart/2005/8/layout/hList7"/>
    <dgm:cxn modelId="{6D59D33C-10F8-4FC0-BDA4-C46E168078DF}" type="presParOf" srcId="{0C2ADB8E-23FA-4251-9D05-256DC86B7E32}" destId="{86E0040A-5E16-4D5E-9ABB-A58D9EB635E1}" srcOrd="1" destOrd="0" presId="urn:microsoft.com/office/officeart/2005/8/layout/hList7"/>
    <dgm:cxn modelId="{FBDE6CCA-37A8-41EF-9AA8-09AF343FA3D6}" type="presParOf" srcId="{0C2ADB8E-23FA-4251-9D05-256DC86B7E32}" destId="{F33BD150-9442-40C9-8251-059426ED20E3}" srcOrd="2" destOrd="0" presId="urn:microsoft.com/office/officeart/2005/8/layout/hList7"/>
    <dgm:cxn modelId="{17EA00F6-1895-496F-9A8D-03E020162D1A}" type="presParOf" srcId="{0C2ADB8E-23FA-4251-9D05-256DC86B7E32}" destId="{9555D2B7-20D3-43D3-8293-D7484532781A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274FC0D-3507-4F09-9689-D27546238023}" type="doc">
      <dgm:prSet loTypeId="urn:microsoft.com/office/officeart/2005/8/layout/vProcess5" loCatId="process" qsTypeId="urn:microsoft.com/office/officeart/2005/8/quickstyle/simple5" qsCatId="simple" csTypeId="urn:microsoft.com/office/officeart/2005/8/colors/accent0_1" csCatId="mainScheme" phldr="1"/>
      <dgm:spPr/>
    </dgm:pt>
    <dgm:pt modelId="{23F9F296-3349-44E6-AD45-F4A5DA556C68}">
      <dgm:prSet phldrT="[Text]"/>
      <dgm:spPr/>
      <dgm:t>
        <a:bodyPr/>
        <a:lstStyle/>
        <a:p>
          <a:pPr algn="ctr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Churn is measurable and manageable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2937FF-4CB5-4A63-8C3A-6D886A898591}" type="parTrans" cxnId="{5F8D260F-1636-4B54-BC59-3E545233B71A}">
      <dgm:prSet/>
      <dgm:spPr/>
      <dgm:t>
        <a:bodyPr/>
        <a:lstStyle/>
        <a:p>
          <a:endParaRPr lang="en-US"/>
        </a:p>
      </dgm:t>
    </dgm:pt>
    <dgm:pt modelId="{3B81A56F-6522-4B13-A355-5C239D8953B7}" type="sibTrans" cxnId="{5F8D260F-1636-4B54-BC59-3E545233B71A}">
      <dgm:prSet/>
      <dgm:spPr/>
      <dgm:t>
        <a:bodyPr/>
        <a:lstStyle/>
        <a:p>
          <a:endParaRPr lang="en-US"/>
        </a:p>
      </dgm:t>
    </dgm:pt>
    <dgm:pt modelId="{1EF4DC61-BEF4-4742-9CF9-D7CA6216A6AE}">
      <dgm:prSet/>
      <dgm:spPr/>
      <dgm:t>
        <a:bodyPr/>
        <a:lstStyle/>
        <a:p>
          <a:pPr algn="ctr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Analysis supports business growth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3145C0-BF02-4AE4-9B34-0FD557E4A1AE}" type="parTrans" cxnId="{A09E4FCD-B216-4038-B412-9614AF42A37C}">
      <dgm:prSet/>
      <dgm:spPr/>
      <dgm:t>
        <a:bodyPr/>
        <a:lstStyle/>
        <a:p>
          <a:endParaRPr lang="en-US"/>
        </a:p>
      </dgm:t>
    </dgm:pt>
    <dgm:pt modelId="{23140404-9BDA-4ACC-AB29-E3E940562091}" type="sibTrans" cxnId="{A09E4FCD-B216-4038-B412-9614AF42A37C}">
      <dgm:prSet/>
      <dgm:spPr/>
      <dgm:t>
        <a:bodyPr/>
        <a:lstStyle/>
        <a:p>
          <a:endParaRPr lang="en-US"/>
        </a:p>
      </dgm:t>
    </dgm:pt>
    <dgm:pt modelId="{9F401C7F-CA14-4819-AE7E-2111C2647E1B}">
      <dgm:prSet custT="1"/>
      <dgm:spPr/>
      <dgm:t>
        <a:bodyPr/>
        <a:lstStyle/>
        <a:p>
          <a:pPr algn="ctr"/>
          <a:r>
            <a: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Data-driven strategies reduce churn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C32B20-3878-4E85-BBB0-6D9CEEC97F41}" type="parTrans" cxnId="{7CCDAB83-69E3-4474-A121-C43CDCEDD4C5}">
      <dgm:prSet/>
      <dgm:spPr/>
      <dgm:t>
        <a:bodyPr/>
        <a:lstStyle/>
        <a:p>
          <a:endParaRPr lang="en-US"/>
        </a:p>
      </dgm:t>
    </dgm:pt>
    <dgm:pt modelId="{C655836A-6F28-4C07-AE3B-95D9624C8786}" type="sibTrans" cxnId="{7CCDAB83-69E3-4474-A121-C43CDCEDD4C5}">
      <dgm:prSet/>
      <dgm:spPr/>
      <dgm:t>
        <a:bodyPr/>
        <a:lstStyle/>
        <a:p>
          <a:endParaRPr lang="en-US"/>
        </a:p>
      </dgm:t>
    </dgm:pt>
    <dgm:pt modelId="{7AB0A490-CEA8-4C1A-97D3-3E29C26EB0FF}">
      <dgm:prSet phldrT="[Text]"/>
      <dgm:spPr/>
      <dgm:t>
        <a:bodyPr/>
        <a:lstStyle/>
        <a:p>
          <a:pPr algn="ctr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Data-driven strategies improve retention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470F52-8F63-4A7F-98FD-29BBBDB2D7A3}" type="parTrans" cxnId="{07AFD98A-C6D8-4C93-A99E-7887636D3934}">
      <dgm:prSet/>
      <dgm:spPr/>
      <dgm:t>
        <a:bodyPr/>
        <a:lstStyle/>
        <a:p>
          <a:endParaRPr lang="en-US"/>
        </a:p>
      </dgm:t>
    </dgm:pt>
    <dgm:pt modelId="{404F341F-EA87-4C02-B1D3-221122146200}" type="sibTrans" cxnId="{07AFD98A-C6D8-4C93-A99E-7887636D3934}">
      <dgm:prSet/>
      <dgm:spPr/>
      <dgm:t>
        <a:bodyPr/>
        <a:lstStyle/>
        <a:p>
          <a:endParaRPr lang="en-US"/>
        </a:p>
      </dgm:t>
    </dgm:pt>
    <dgm:pt modelId="{4546E238-9EC0-439E-B95E-52827292FEDF}" type="pres">
      <dgm:prSet presAssocID="{5274FC0D-3507-4F09-9689-D27546238023}" presName="outerComposite" presStyleCnt="0">
        <dgm:presLayoutVars>
          <dgm:chMax val="5"/>
          <dgm:dir/>
          <dgm:resizeHandles val="exact"/>
        </dgm:presLayoutVars>
      </dgm:prSet>
      <dgm:spPr/>
    </dgm:pt>
    <dgm:pt modelId="{2FB84271-D28C-444B-8AF9-068DA4D04AB1}" type="pres">
      <dgm:prSet presAssocID="{5274FC0D-3507-4F09-9689-D27546238023}" presName="dummyMaxCanvas" presStyleCnt="0">
        <dgm:presLayoutVars/>
      </dgm:prSet>
      <dgm:spPr/>
    </dgm:pt>
    <dgm:pt modelId="{3F202A37-3723-4F13-AE1A-D08ADB1BE6D1}" type="pres">
      <dgm:prSet presAssocID="{5274FC0D-3507-4F09-9689-D27546238023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92042F-B245-472E-B631-08D8A5775676}" type="pres">
      <dgm:prSet presAssocID="{5274FC0D-3507-4F09-9689-D27546238023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B14DFD-5168-40BA-90C3-0002EEA2BDD4}" type="pres">
      <dgm:prSet presAssocID="{5274FC0D-3507-4F09-9689-D27546238023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96746A-B126-4C11-9A25-209137B2001A}" type="pres">
      <dgm:prSet presAssocID="{5274FC0D-3507-4F09-9689-D27546238023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E9FB04-B313-48F6-AEB7-C989346D17B6}" type="pres">
      <dgm:prSet presAssocID="{5274FC0D-3507-4F09-9689-D27546238023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4D6A38-D2BD-4D6B-B056-1AE11A1AF580}" type="pres">
      <dgm:prSet presAssocID="{5274FC0D-3507-4F09-9689-D27546238023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4F67F2-B161-4979-B2B3-90CD814FD469}" type="pres">
      <dgm:prSet presAssocID="{5274FC0D-3507-4F09-9689-D27546238023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16CFD9-11F9-4645-BA27-7FD6C885A1EE}" type="pres">
      <dgm:prSet presAssocID="{5274FC0D-3507-4F09-9689-D27546238023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E4B507-8B4F-45A1-9270-6ECE631B6A0F}" type="pres">
      <dgm:prSet presAssocID="{5274FC0D-3507-4F09-9689-D27546238023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B997BB-0D0C-4D03-9A1C-EB29B7C5B76B}" type="pres">
      <dgm:prSet presAssocID="{5274FC0D-3507-4F09-9689-D27546238023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1D262D-1FD4-4C32-AFE9-86448B886F60}" type="pres">
      <dgm:prSet presAssocID="{5274FC0D-3507-4F09-9689-D27546238023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B26634-5AB8-4ED7-8978-144C46C282B9}" type="presOf" srcId="{3B81A56F-6522-4B13-A355-5C239D8953B7}" destId="{E7E9FB04-B313-48F6-AEB7-C989346D17B6}" srcOrd="0" destOrd="0" presId="urn:microsoft.com/office/officeart/2005/8/layout/vProcess5"/>
    <dgm:cxn modelId="{5B3E706C-0BD5-4A36-8EA0-672EF6F6E1CA}" type="presOf" srcId="{404F341F-EA87-4C02-B1D3-221122146200}" destId="{BA4D6A38-D2BD-4D6B-B056-1AE11A1AF580}" srcOrd="0" destOrd="0" presId="urn:microsoft.com/office/officeart/2005/8/layout/vProcess5"/>
    <dgm:cxn modelId="{7CCDAB83-69E3-4474-A121-C43CDCEDD4C5}" srcId="{5274FC0D-3507-4F09-9689-D27546238023}" destId="{9F401C7F-CA14-4819-AE7E-2111C2647E1B}" srcOrd="2" destOrd="0" parTransId="{1BC32B20-3878-4E85-BBB0-6D9CEEC97F41}" sibTransId="{C655836A-6F28-4C07-AE3B-95D9624C8786}"/>
    <dgm:cxn modelId="{A09E4FCD-B216-4038-B412-9614AF42A37C}" srcId="{5274FC0D-3507-4F09-9689-D27546238023}" destId="{1EF4DC61-BEF4-4742-9CF9-D7CA6216A6AE}" srcOrd="3" destOrd="0" parTransId="{5B3145C0-BF02-4AE4-9B34-0FD557E4A1AE}" sibTransId="{23140404-9BDA-4ACC-AB29-E3E940562091}"/>
    <dgm:cxn modelId="{5EBF0E89-F50B-4A87-9507-507A8812981A}" type="presOf" srcId="{9F401C7F-CA14-4819-AE7E-2111C2647E1B}" destId="{F9B14DFD-5168-40BA-90C3-0002EEA2BDD4}" srcOrd="0" destOrd="0" presId="urn:microsoft.com/office/officeart/2005/8/layout/vProcess5"/>
    <dgm:cxn modelId="{1F346726-A068-403B-BD95-6213A14C41DA}" type="presOf" srcId="{7AB0A490-CEA8-4C1A-97D3-3E29C26EB0FF}" destId="{03E4B507-8B4F-45A1-9270-6ECE631B6A0F}" srcOrd="1" destOrd="0" presId="urn:microsoft.com/office/officeart/2005/8/layout/vProcess5"/>
    <dgm:cxn modelId="{71D74318-14B3-45F1-8D39-89E966245826}" type="presOf" srcId="{9F401C7F-CA14-4819-AE7E-2111C2647E1B}" destId="{06B997BB-0D0C-4D03-9A1C-EB29B7C5B76B}" srcOrd="1" destOrd="0" presId="urn:microsoft.com/office/officeart/2005/8/layout/vProcess5"/>
    <dgm:cxn modelId="{FF90468D-EBB3-4C54-BF77-E57845D4BA27}" type="presOf" srcId="{1EF4DC61-BEF4-4742-9CF9-D7CA6216A6AE}" destId="{2D96746A-B126-4C11-9A25-209137B2001A}" srcOrd="0" destOrd="0" presId="urn:microsoft.com/office/officeart/2005/8/layout/vProcess5"/>
    <dgm:cxn modelId="{C4A2034E-5A83-4264-A1F4-0D3DB470DC25}" type="presOf" srcId="{7AB0A490-CEA8-4C1A-97D3-3E29C26EB0FF}" destId="{7B92042F-B245-472E-B631-08D8A5775676}" srcOrd="0" destOrd="0" presId="urn:microsoft.com/office/officeart/2005/8/layout/vProcess5"/>
    <dgm:cxn modelId="{45018B5E-7544-4C3C-B209-49BE22C654C9}" type="presOf" srcId="{5274FC0D-3507-4F09-9689-D27546238023}" destId="{4546E238-9EC0-439E-B95E-52827292FEDF}" srcOrd="0" destOrd="0" presId="urn:microsoft.com/office/officeart/2005/8/layout/vProcess5"/>
    <dgm:cxn modelId="{5F8D260F-1636-4B54-BC59-3E545233B71A}" srcId="{5274FC0D-3507-4F09-9689-D27546238023}" destId="{23F9F296-3349-44E6-AD45-F4A5DA556C68}" srcOrd="0" destOrd="0" parTransId="{522937FF-4CB5-4A63-8C3A-6D886A898591}" sibTransId="{3B81A56F-6522-4B13-A355-5C239D8953B7}"/>
    <dgm:cxn modelId="{C9433ACA-4008-4692-8764-EB63C68048C8}" type="presOf" srcId="{23F9F296-3349-44E6-AD45-F4A5DA556C68}" destId="{AC16CFD9-11F9-4645-BA27-7FD6C885A1EE}" srcOrd="1" destOrd="0" presId="urn:microsoft.com/office/officeart/2005/8/layout/vProcess5"/>
    <dgm:cxn modelId="{AE0360CC-717C-466D-98BA-F977863E8922}" type="presOf" srcId="{C655836A-6F28-4C07-AE3B-95D9624C8786}" destId="{F74F67F2-B161-4979-B2B3-90CD814FD469}" srcOrd="0" destOrd="0" presId="urn:microsoft.com/office/officeart/2005/8/layout/vProcess5"/>
    <dgm:cxn modelId="{00FCF43F-D2C5-4C48-BAB8-726E7DE3EFE5}" type="presOf" srcId="{23F9F296-3349-44E6-AD45-F4A5DA556C68}" destId="{3F202A37-3723-4F13-AE1A-D08ADB1BE6D1}" srcOrd="0" destOrd="0" presId="urn:microsoft.com/office/officeart/2005/8/layout/vProcess5"/>
    <dgm:cxn modelId="{07AFD98A-C6D8-4C93-A99E-7887636D3934}" srcId="{5274FC0D-3507-4F09-9689-D27546238023}" destId="{7AB0A490-CEA8-4C1A-97D3-3E29C26EB0FF}" srcOrd="1" destOrd="0" parTransId="{A2470F52-8F63-4A7F-98FD-29BBBDB2D7A3}" sibTransId="{404F341F-EA87-4C02-B1D3-221122146200}"/>
    <dgm:cxn modelId="{E92D82A6-6CF7-4D31-9242-C112BB0ED819}" type="presOf" srcId="{1EF4DC61-BEF4-4742-9CF9-D7CA6216A6AE}" destId="{5D1D262D-1FD4-4C32-AFE9-86448B886F60}" srcOrd="1" destOrd="0" presId="urn:microsoft.com/office/officeart/2005/8/layout/vProcess5"/>
    <dgm:cxn modelId="{14DFE40F-4E09-4D9F-A3AA-A30FC2DA2DC0}" type="presParOf" srcId="{4546E238-9EC0-439E-B95E-52827292FEDF}" destId="{2FB84271-D28C-444B-8AF9-068DA4D04AB1}" srcOrd="0" destOrd="0" presId="urn:microsoft.com/office/officeart/2005/8/layout/vProcess5"/>
    <dgm:cxn modelId="{4CE1F14D-3D7B-4633-9E1E-7250C7AEE12C}" type="presParOf" srcId="{4546E238-9EC0-439E-B95E-52827292FEDF}" destId="{3F202A37-3723-4F13-AE1A-D08ADB1BE6D1}" srcOrd="1" destOrd="0" presId="urn:microsoft.com/office/officeart/2005/8/layout/vProcess5"/>
    <dgm:cxn modelId="{F25849F5-A2D5-4FD8-929A-583297EB63CF}" type="presParOf" srcId="{4546E238-9EC0-439E-B95E-52827292FEDF}" destId="{7B92042F-B245-472E-B631-08D8A5775676}" srcOrd="2" destOrd="0" presId="urn:microsoft.com/office/officeart/2005/8/layout/vProcess5"/>
    <dgm:cxn modelId="{E35F26AF-8A39-4A53-A2D2-27950F737580}" type="presParOf" srcId="{4546E238-9EC0-439E-B95E-52827292FEDF}" destId="{F9B14DFD-5168-40BA-90C3-0002EEA2BDD4}" srcOrd="3" destOrd="0" presId="urn:microsoft.com/office/officeart/2005/8/layout/vProcess5"/>
    <dgm:cxn modelId="{9F24C6E2-9A29-4531-8626-0971272179E2}" type="presParOf" srcId="{4546E238-9EC0-439E-B95E-52827292FEDF}" destId="{2D96746A-B126-4C11-9A25-209137B2001A}" srcOrd="4" destOrd="0" presId="urn:microsoft.com/office/officeart/2005/8/layout/vProcess5"/>
    <dgm:cxn modelId="{4843BA6E-AE00-461F-8A07-40EA73520362}" type="presParOf" srcId="{4546E238-9EC0-439E-B95E-52827292FEDF}" destId="{E7E9FB04-B313-48F6-AEB7-C989346D17B6}" srcOrd="5" destOrd="0" presId="urn:microsoft.com/office/officeart/2005/8/layout/vProcess5"/>
    <dgm:cxn modelId="{9FB82FF3-B734-4A98-8B07-293AF4BFC6E0}" type="presParOf" srcId="{4546E238-9EC0-439E-B95E-52827292FEDF}" destId="{BA4D6A38-D2BD-4D6B-B056-1AE11A1AF580}" srcOrd="6" destOrd="0" presId="urn:microsoft.com/office/officeart/2005/8/layout/vProcess5"/>
    <dgm:cxn modelId="{2A5EF70F-76E1-4C19-AA17-E77B34A811DD}" type="presParOf" srcId="{4546E238-9EC0-439E-B95E-52827292FEDF}" destId="{F74F67F2-B161-4979-B2B3-90CD814FD469}" srcOrd="7" destOrd="0" presId="urn:microsoft.com/office/officeart/2005/8/layout/vProcess5"/>
    <dgm:cxn modelId="{7E8F0577-691A-4C2D-BD1D-46F82DCEB51F}" type="presParOf" srcId="{4546E238-9EC0-439E-B95E-52827292FEDF}" destId="{AC16CFD9-11F9-4645-BA27-7FD6C885A1EE}" srcOrd="8" destOrd="0" presId="urn:microsoft.com/office/officeart/2005/8/layout/vProcess5"/>
    <dgm:cxn modelId="{F40B24B8-1BEC-4F4A-AFC3-16DB3E50A0DD}" type="presParOf" srcId="{4546E238-9EC0-439E-B95E-52827292FEDF}" destId="{03E4B507-8B4F-45A1-9270-6ECE631B6A0F}" srcOrd="9" destOrd="0" presId="urn:microsoft.com/office/officeart/2005/8/layout/vProcess5"/>
    <dgm:cxn modelId="{9AE42F46-32BE-41B8-9E9F-0D14809A43B8}" type="presParOf" srcId="{4546E238-9EC0-439E-B95E-52827292FEDF}" destId="{06B997BB-0D0C-4D03-9A1C-EB29B7C5B76B}" srcOrd="10" destOrd="0" presId="urn:microsoft.com/office/officeart/2005/8/layout/vProcess5"/>
    <dgm:cxn modelId="{6E8E06FD-853C-4997-8552-94238959AAE2}" type="presParOf" srcId="{4546E238-9EC0-439E-B95E-52827292FEDF}" destId="{5D1D262D-1FD4-4C32-AFE9-86448B886F6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D0F63-8031-4389-AC99-528AD82922DF}">
      <dsp:nvSpPr>
        <dsp:cNvPr id="0" name=""/>
        <dsp:cNvSpPr/>
      </dsp:nvSpPr>
      <dsp:spPr>
        <a:xfrm>
          <a:off x="0" y="510445"/>
          <a:ext cx="10958847" cy="806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8D6828B-04E4-45FF-91EA-8133FD1C39CA}">
      <dsp:nvSpPr>
        <dsp:cNvPr id="0" name=""/>
        <dsp:cNvSpPr/>
      </dsp:nvSpPr>
      <dsp:spPr>
        <a:xfrm>
          <a:off x="547942" y="25246"/>
          <a:ext cx="7671193" cy="9446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9953" tIns="0" rIns="289953" bIns="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churn impacts revenue &amp; growth</a:t>
          </a:r>
        </a:p>
      </dsp:txBody>
      <dsp:txXfrm>
        <a:off x="594056" y="71360"/>
        <a:ext cx="7578965" cy="852412"/>
      </dsp:txXfrm>
    </dsp:sp>
    <dsp:sp modelId="{B6DAA299-4C6A-49B8-BE07-21F2BC25C395}">
      <dsp:nvSpPr>
        <dsp:cNvPr id="0" name=""/>
        <dsp:cNvSpPr/>
      </dsp:nvSpPr>
      <dsp:spPr>
        <a:xfrm>
          <a:off x="0" y="1949086"/>
          <a:ext cx="10958847" cy="806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E55494D-0443-48A8-A155-18607579BCDE}">
      <dsp:nvSpPr>
        <dsp:cNvPr id="0" name=""/>
        <dsp:cNvSpPr/>
      </dsp:nvSpPr>
      <dsp:spPr>
        <a:xfrm>
          <a:off x="547942" y="1476766"/>
          <a:ext cx="7671193" cy="9446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9953" tIns="0" rIns="289953" bIns="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Retention is cheaper than acquisition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4056" y="1522880"/>
        <a:ext cx="7578965" cy="852412"/>
      </dsp:txXfrm>
    </dsp:sp>
    <dsp:sp modelId="{CDEAD432-A796-4521-95DE-BC3B6BF4CEED}">
      <dsp:nvSpPr>
        <dsp:cNvPr id="0" name=""/>
        <dsp:cNvSpPr/>
      </dsp:nvSpPr>
      <dsp:spPr>
        <a:xfrm>
          <a:off x="0" y="3400606"/>
          <a:ext cx="10958847" cy="8064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CB462A7-B868-4C8A-AECC-26F39AF73D78}">
      <dsp:nvSpPr>
        <dsp:cNvPr id="0" name=""/>
        <dsp:cNvSpPr/>
      </dsp:nvSpPr>
      <dsp:spPr>
        <a:xfrm>
          <a:off x="547942" y="2928286"/>
          <a:ext cx="7671193" cy="94464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9953" tIns="0" rIns="289953" bIns="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Need to identify churn drivers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4056" y="2974400"/>
        <a:ext cx="7578965" cy="8524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2BDE42-AF4C-44BF-8EA7-7F809E122340}">
      <dsp:nvSpPr>
        <dsp:cNvPr id="0" name=""/>
        <dsp:cNvSpPr/>
      </dsp:nvSpPr>
      <dsp:spPr>
        <a:xfrm>
          <a:off x="1547194" y="2188"/>
          <a:ext cx="7421211" cy="2544432"/>
        </a:xfrm>
        <a:prstGeom prst="round2SameRect">
          <a:avLst>
            <a:gd name="adj1" fmla="val 8000"/>
            <a:gd name="adj2" fmla="val 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114300" rIns="38100" bIns="3810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Understand churn patterns and key drivers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Apply data cleaning, EDA, and statistical analysis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Provide actionable business recommendations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06813" y="61807"/>
        <a:ext cx="7301973" cy="2484813"/>
      </dsp:txXfrm>
    </dsp:sp>
    <dsp:sp modelId="{434422F4-DE3B-466C-9715-817DA71496EA}">
      <dsp:nvSpPr>
        <dsp:cNvPr id="0" name=""/>
        <dsp:cNvSpPr/>
      </dsp:nvSpPr>
      <dsp:spPr>
        <a:xfrm>
          <a:off x="1555215" y="2525803"/>
          <a:ext cx="7405169" cy="135165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0" rIns="45720" bIns="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Analyze customer churn using real business data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55215" y="2525803"/>
        <a:ext cx="5214907" cy="1351655"/>
      </dsp:txXfrm>
    </dsp:sp>
    <dsp:sp modelId="{6BFC7D75-D558-4E94-B1D0-BAB1AB1ECD62}">
      <dsp:nvSpPr>
        <dsp:cNvPr id="0" name=""/>
        <dsp:cNvSpPr/>
      </dsp:nvSpPr>
      <dsp:spPr>
        <a:xfrm>
          <a:off x="7506878" y="2900481"/>
          <a:ext cx="1550203" cy="144866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58DD4-09DF-4D7D-AE00-B0CE01CBDA2D}">
      <dsp:nvSpPr>
        <dsp:cNvPr id="0" name=""/>
        <dsp:cNvSpPr/>
      </dsp:nvSpPr>
      <dsp:spPr>
        <a:xfrm rot="16200000">
          <a:off x="-929284" y="931819"/>
          <a:ext cx="4351338" cy="2487699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churn dataset with 500 records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2535" y="870268"/>
        <a:ext cx="2487699" cy="2610802"/>
      </dsp:txXfrm>
    </dsp:sp>
    <dsp:sp modelId="{8428548A-5105-43F5-84C4-14BADD37082F}">
      <dsp:nvSpPr>
        <dsp:cNvPr id="0" name=""/>
        <dsp:cNvSpPr/>
      </dsp:nvSpPr>
      <dsp:spPr>
        <a:xfrm rot="16200000">
          <a:off x="1744992" y="931819"/>
          <a:ext cx="4351338" cy="2487699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demographics and billing information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2676811" y="870268"/>
        <a:ext cx="2487699" cy="2610802"/>
      </dsp:txXfrm>
    </dsp:sp>
    <dsp:sp modelId="{549233CE-CD82-4FDF-A458-273834304B92}">
      <dsp:nvSpPr>
        <dsp:cNvPr id="0" name=""/>
        <dsp:cNvSpPr/>
      </dsp:nvSpPr>
      <dsp:spPr>
        <a:xfrm rot="16200000">
          <a:off x="4419269" y="931819"/>
          <a:ext cx="4351338" cy="2487699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Key fields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Tenure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Monthly Charges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Contract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Payment Method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Churn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5351088" y="870268"/>
        <a:ext cx="2487699" cy="2610802"/>
      </dsp:txXfrm>
    </dsp:sp>
    <dsp:sp modelId="{DB94B07F-3148-4400-B656-6313AF599149}">
      <dsp:nvSpPr>
        <dsp:cNvPr id="0" name=""/>
        <dsp:cNvSpPr/>
      </dsp:nvSpPr>
      <dsp:spPr>
        <a:xfrm rot="16200000">
          <a:off x="7093546" y="931819"/>
          <a:ext cx="4351338" cy="2487699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0" tIns="0" rIns="190500" bIns="0" numCol="1" spcCol="1270" anchor="ctr" anchorCtr="0">
          <a:noAutofit/>
        </a:bodyPr>
        <a:lstStyle/>
        <a:p>
          <a:pPr lvl="0" algn="just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Target variable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Yes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No</a:t>
          </a:r>
          <a:endParaRPr lang="en-US" sz="3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8025365" y="870268"/>
        <a:ext cx="2487699" cy="26108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AE87F-0DC8-43B6-8020-3047A3F27546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534AD5-3BCE-45D0-8043-7B24104C879F}">
      <dsp:nvSpPr>
        <dsp:cNvPr id="0" name=""/>
        <dsp:cNvSpPr/>
      </dsp:nvSpPr>
      <dsp:spPr>
        <a:xfrm>
          <a:off x="411090" y="271871"/>
          <a:ext cx="10044785" cy="5440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72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Standardized column names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090" y="271871"/>
        <a:ext cx="10044785" cy="544091"/>
      </dsp:txXfrm>
    </dsp:sp>
    <dsp:sp modelId="{C9893442-7894-4FA6-857F-9B9D96732D98}">
      <dsp:nvSpPr>
        <dsp:cNvPr id="0" name=""/>
        <dsp:cNvSpPr/>
      </dsp:nvSpPr>
      <dsp:spPr>
        <a:xfrm>
          <a:off x="71032" y="203860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339EDBC-2A20-473E-BA63-7694D399CDD6}">
      <dsp:nvSpPr>
        <dsp:cNvPr id="0" name=""/>
        <dsp:cNvSpPr/>
      </dsp:nvSpPr>
      <dsp:spPr>
        <a:xfrm>
          <a:off x="800969" y="1087747"/>
          <a:ext cx="9654905" cy="5440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72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Converted incorrect data types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0969" y="1087747"/>
        <a:ext cx="9654905" cy="544091"/>
      </dsp:txXfrm>
    </dsp:sp>
    <dsp:sp modelId="{E2098387-D504-4D60-B08E-57BDC653E896}">
      <dsp:nvSpPr>
        <dsp:cNvPr id="0" name=""/>
        <dsp:cNvSpPr/>
      </dsp:nvSpPr>
      <dsp:spPr>
        <a:xfrm>
          <a:off x="460912" y="1019736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15EFAC-8E0B-42B3-9EA0-7F0F9B90DA25}">
      <dsp:nvSpPr>
        <dsp:cNvPr id="0" name=""/>
        <dsp:cNvSpPr/>
      </dsp:nvSpPr>
      <dsp:spPr>
        <a:xfrm>
          <a:off x="920631" y="1903623"/>
          <a:ext cx="9535243" cy="5440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72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Handled missing values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0631" y="1903623"/>
        <a:ext cx="9535243" cy="544091"/>
      </dsp:txXfrm>
    </dsp:sp>
    <dsp:sp modelId="{F41F4C28-ADF2-4748-BC90-191B690EC751}">
      <dsp:nvSpPr>
        <dsp:cNvPr id="0" name=""/>
        <dsp:cNvSpPr/>
      </dsp:nvSpPr>
      <dsp:spPr>
        <a:xfrm>
          <a:off x="580574" y="1835611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853FAEB-F454-4F09-9FF3-9030A34E9155}">
      <dsp:nvSpPr>
        <dsp:cNvPr id="0" name=""/>
        <dsp:cNvSpPr/>
      </dsp:nvSpPr>
      <dsp:spPr>
        <a:xfrm>
          <a:off x="800969" y="2719499"/>
          <a:ext cx="9654905" cy="5440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72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Removed duplicate records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0969" y="2719499"/>
        <a:ext cx="9654905" cy="544091"/>
      </dsp:txXfrm>
    </dsp:sp>
    <dsp:sp modelId="{E8C4BC63-ACB8-4DC6-B13F-7EDF64272903}">
      <dsp:nvSpPr>
        <dsp:cNvPr id="0" name=""/>
        <dsp:cNvSpPr/>
      </dsp:nvSpPr>
      <dsp:spPr>
        <a:xfrm>
          <a:off x="460912" y="2651487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207BDB-7172-4C7F-9780-E52F233D64E1}">
      <dsp:nvSpPr>
        <dsp:cNvPr id="0" name=""/>
        <dsp:cNvSpPr/>
      </dsp:nvSpPr>
      <dsp:spPr>
        <a:xfrm>
          <a:off x="411090" y="3535375"/>
          <a:ext cx="10044785" cy="54409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31872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Prepared clean dataset for analysis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1090" y="3535375"/>
        <a:ext cx="10044785" cy="544091"/>
      </dsp:txXfrm>
    </dsp:sp>
    <dsp:sp modelId="{365A9F7F-D885-4B38-8548-1EBB42AB7AE7}">
      <dsp:nvSpPr>
        <dsp:cNvPr id="0" name=""/>
        <dsp:cNvSpPr/>
      </dsp:nvSpPr>
      <dsp:spPr>
        <a:xfrm>
          <a:off x="71032" y="3467363"/>
          <a:ext cx="680114" cy="6801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70A37-E88F-4ECE-A0E3-4E703013AD87}">
      <dsp:nvSpPr>
        <dsp:cNvPr id="0" name=""/>
        <dsp:cNvSpPr/>
      </dsp:nvSpPr>
      <dsp:spPr>
        <a:xfrm>
          <a:off x="4036856" y="617291"/>
          <a:ext cx="4118287" cy="4118287"/>
        </a:xfrm>
        <a:prstGeom prst="blockArc">
          <a:avLst>
            <a:gd name="adj1" fmla="val 9000000"/>
            <a:gd name="adj2" fmla="val 16200000"/>
            <a:gd name="adj3" fmla="val 4641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F3EF17-0754-48D0-A9D4-7912B3D35DCE}">
      <dsp:nvSpPr>
        <dsp:cNvPr id="0" name=""/>
        <dsp:cNvSpPr/>
      </dsp:nvSpPr>
      <dsp:spPr>
        <a:xfrm>
          <a:off x="4036856" y="617291"/>
          <a:ext cx="4118287" cy="4118287"/>
        </a:xfrm>
        <a:prstGeom prst="blockArc">
          <a:avLst>
            <a:gd name="adj1" fmla="val 1800000"/>
            <a:gd name="adj2" fmla="val 9000000"/>
            <a:gd name="adj3" fmla="val 4641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8C6216-1D76-49B6-AB92-5651B6DAA23B}">
      <dsp:nvSpPr>
        <dsp:cNvPr id="0" name=""/>
        <dsp:cNvSpPr/>
      </dsp:nvSpPr>
      <dsp:spPr>
        <a:xfrm>
          <a:off x="4036856" y="617291"/>
          <a:ext cx="4118287" cy="4118287"/>
        </a:xfrm>
        <a:prstGeom prst="blockArc">
          <a:avLst>
            <a:gd name="adj1" fmla="val 16200000"/>
            <a:gd name="adj2" fmla="val 1800000"/>
            <a:gd name="adj3" fmla="val 4641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5A7EFA-A84F-4150-BCCB-BD9E2936BDAA}">
      <dsp:nvSpPr>
        <dsp:cNvPr id="0" name=""/>
        <dsp:cNvSpPr/>
      </dsp:nvSpPr>
      <dsp:spPr>
        <a:xfrm>
          <a:off x="5147964" y="1728399"/>
          <a:ext cx="1896070" cy="189607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Analyzed churn distribution</a:t>
          </a:r>
        </a:p>
      </dsp:txBody>
      <dsp:txXfrm>
        <a:off x="5425637" y="2006072"/>
        <a:ext cx="1340724" cy="1340724"/>
      </dsp:txXfrm>
    </dsp:sp>
    <dsp:sp modelId="{B46C01A6-3564-4C0E-8062-F39B99C75A68}">
      <dsp:nvSpPr>
        <dsp:cNvPr id="0" name=""/>
        <dsp:cNvSpPr/>
      </dsp:nvSpPr>
      <dsp:spPr>
        <a:xfrm>
          <a:off x="5432375" y="1447"/>
          <a:ext cx="1327249" cy="1327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Compared monthly charges across churn groups</a:t>
          </a:r>
        </a:p>
      </dsp:txBody>
      <dsp:txXfrm>
        <a:off x="5626746" y="195818"/>
        <a:ext cx="938507" cy="938507"/>
      </dsp:txXfrm>
    </dsp:sp>
    <dsp:sp modelId="{25B7136B-D35A-4E16-AA46-5740B7D08259}">
      <dsp:nvSpPr>
        <dsp:cNvPr id="0" name=""/>
        <dsp:cNvSpPr/>
      </dsp:nvSpPr>
      <dsp:spPr>
        <a:xfrm>
          <a:off x="7174266" y="3018491"/>
          <a:ext cx="1327249" cy="1327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Studied tenure impact on churn</a:t>
          </a:r>
        </a:p>
      </dsp:txBody>
      <dsp:txXfrm>
        <a:off x="7368637" y="3212862"/>
        <a:ext cx="938507" cy="938507"/>
      </dsp:txXfrm>
    </dsp:sp>
    <dsp:sp modelId="{AD295C93-97FC-4A33-BFEB-9B8BE6827200}">
      <dsp:nvSpPr>
        <dsp:cNvPr id="0" name=""/>
        <dsp:cNvSpPr/>
      </dsp:nvSpPr>
      <dsp:spPr>
        <a:xfrm>
          <a:off x="3690483" y="3018491"/>
          <a:ext cx="1327249" cy="1327249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Visualized insights using plots</a:t>
          </a:r>
        </a:p>
      </dsp:txBody>
      <dsp:txXfrm>
        <a:off x="3884854" y="3212862"/>
        <a:ext cx="938507" cy="9385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D70CF7-BB12-49D9-A004-F91F83251E91}">
      <dsp:nvSpPr>
        <dsp:cNvPr id="0" name=""/>
        <dsp:cNvSpPr/>
      </dsp:nvSpPr>
      <dsp:spPr>
        <a:xfrm rot="10800000">
          <a:off x="1936811" y="2205"/>
          <a:ext cx="6992874" cy="70179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9471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Higher monthly charges increase churn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12259" y="2205"/>
        <a:ext cx="6817426" cy="701793"/>
      </dsp:txXfrm>
    </dsp:sp>
    <dsp:sp modelId="{219B9A3C-CB2F-4DF0-8449-D4560AD26343}">
      <dsp:nvSpPr>
        <dsp:cNvPr id="0" name=""/>
        <dsp:cNvSpPr/>
      </dsp:nvSpPr>
      <dsp:spPr>
        <a:xfrm>
          <a:off x="1585914" y="2205"/>
          <a:ext cx="701793" cy="70179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1C25746-AFEB-4A9B-81D0-EB2F8773A2B1}">
      <dsp:nvSpPr>
        <dsp:cNvPr id="0" name=""/>
        <dsp:cNvSpPr/>
      </dsp:nvSpPr>
      <dsp:spPr>
        <a:xfrm rot="10800000">
          <a:off x="1936811" y="913488"/>
          <a:ext cx="6992874" cy="70179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9471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New customers have higher churn risk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12259" y="913488"/>
        <a:ext cx="6817426" cy="701793"/>
      </dsp:txXfrm>
    </dsp:sp>
    <dsp:sp modelId="{0D721F60-B35B-4F8E-87B5-9DAE575838E1}">
      <dsp:nvSpPr>
        <dsp:cNvPr id="0" name=""/>
        <dsp:cNvSpPr/>
      </dsp:nvSpPr>
      <dsp:spPr>
        <a:xfrm>
          <a:off x="1585914" y="913488"/>
          <a:ext cx="701793" cy="701793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4000" r="-104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9DBB70E-35C6-4AFB-AEF8-41152EE8B980}">
      <dsp:nvSpPr>
        <dsp:cNvPr id="0" name=""/>
        <dsp:cNvSpPr/>
      </dsp:nvSpPr>
      <dsp:spPr>
        <a:xfrm rot="10800000">
          <a:off x="1936811" y="1824772"/>
          <a:ext cx="6992874" cy="70179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9471" tIns="91440" rIns="170688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Month-to-month contracts show highest churn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12259" y="1824772"/>
        <a:ext cx="6817426" cy="701793"/>
      </dsp:txXfrm>
    </dsp:sp>
    <dsp:sp modelId="{B788F74F-6CD9-4A2D-A8DD-57B94015B1C8}">
      <dsp:nvSpPr>
        <dsp:cNvPr id="0" name=""/>
        <dsp:cNvSpPr/>
      </dsp:nvSpPr>
      <dsp:spPr>
        <a:xfrm>
          <a:off x="1585914" y="1824772"/>
          <a:ext cx="701793" cy="701793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5000" r="-17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B2A8279-7C68-47CD-83CC-8928E3550A32}">
      <dsp:nvSpPr>
        <dsp:cNvPr id="0" name=""/>
        <dsp:cNvSpPr/>
      </dsp:nvSpPr>
      <dsp:spPr>
        <a:xfrm rot="10800000">
          <a:off x="1936811" y="2736056"/>
          <a:ext cx="6992874" cy="70179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9471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Long-term contracts reduce churn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12259" y="2736056"/>
        <a:ext cx="6817426" cy="701793"/>
      </dsp:txXfrm>
    </dsp:sp>
    <dsp:sp modelId="{337CE066-AFE6-415E-B579-F2717D1630C0}">
      <dsp:nvSpPr>
        <dsp:cNvPr id="0" name=""/>
        <dsp:cNvSpPr/>
      </dsp:nvSpPr>
      <dsp:spPr>
        <a:xfrm>
          <a:off x="1585914" y="2736056"/>
          <a:ext cx="701793" cy="701793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9000" r="-2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05506B9-03EB-45A7-8A16-EDE98EF599E6}">
      <dsp:nvSpPr>
        <dsp:cNvPr id="0" name=""/>
        <dsp:cNvSpPr/>
      </dsp:nvSpPr>
      <dsp:spPr>
        <a:xfrm rot="10800000">
          <a:off x="1936811" y="3647339"/>
          <a:ext cx="6992874" cy="701793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9471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Long-term customers are more loyal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112259" y="3647339"/>
        <a:ext cx="6817426" cy="701793"/>
      </dsp:txXfrm>
    </dsp:sp>
    <dsp:sp modelId="{60D00FC8-7077-4D52-A982-1499B5DE8442}">
      <dsp:nvSpPr>
        <dsp:cNvPr id="0" name=""/>
        <dsp:cNvSpPr/>
      </dsp:nvSpPr>
      <dsp:spPr>
        <a:xfrm>
          <a:off x="1585914" y="3647339"/>
          <a:ext cx="701793" cy="701793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AC260-F6CC-4D7E-9064-BB935AC3409C}">
      <dsp:nvSpPr>
        <dsp:cNvPr id="0" name=""/>
        <dsp:cNvSpPr/>
      </dsp:nvSpPr>
      <dsp:spPr>
        <a:xfrm>
          <a:off x="3329213" y="0"/>
          <a:ext cx="4811802" cy="4811802"/>
        </a:xfrm>
        <a:prstGeom prst="triangl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77FE045-2284-452A-9796-20A0FC66CB7D}">
      <dsp:nvSpPr>
        <dsp:cNvPr id="0" name=""/>
        <dsp:cNvSpPr/>
      </dsp:nvSpPr>
      <dsp:spPr>
        <a:xfrm>
          <a:off x="5735114" y="481650"/>
          <a:ext cx="3127671" cy="855222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t-tests used for numerical variables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76862" y="523398"/>
        <a:ext cx="3044175" cy="771726"/>
      </dsp:txXfrm>
    </dsp:sp>
    <dsp:sp modelId="{BD4229D8-ECB5-4C6E-9313-8BD615C0E21E}">
      <dsp:nvSpPr>
        <dsp:cNvPr id="0" name=""/>
        <dsp:cNvSpPr/>
      </dsp:nvSpPr>
      <dsp:spPr>
        <a:xfrm>
          <a:off x="5735114" y="1443775"/>
          <a:ext cx="3127671" cy="855222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Chi-square tests for categorical relationships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76862" y="1485523"/>
        <a:ext cx="3044175" cy="771726"/>
      </dsp:txXfrm>
    </dsp:sp>
    <dsp:sp modelId="{D5885A22-0168-43BF-B07E-A943D1E92ECA}">
      <dsp:nvSpPr>
        <dsp:cNvPr id="0" name=""/>
        <dsp:cNvSpPr/>
      </dsp:nvSpPr>
      <dsp:spPr>
        <a:xfrm>
          <a:off x="5735114" y="2405901"/>
          <a:ext cx="3127671" cy="855222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Statistical significance validated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76862" y="2447649"/>
        <a:ext cx="3044175" cy="771726"/>
      </dsp:txXfrm>
    </dsp:sp>
    <dsp:sp modelId="{B4E09C6E-1262-4F2C-87A3-F660ECFCED1C}">
      <dsp:nvSpPr>
        <dsp:cNvPr id="0" name=""/>
        <dsp:cNvSpPr/>
      </dsp:nvSpPr>
      <dsp:spPr>
        <a:xfrm>
          <a:off x="5735114" y="3368026"/>
          <a:ext cx="3127671" cy="855222"/>
        </a:xfrm>
        <a:prstGeom prst="round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p-values &lt; 0.05 for key factors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76862" y="3409774"/>
        <a:ext cx="3044175" cy="77172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48F02-5719-48F6-BE3D-72A368C8C06C}">
      <dsp:nvSpPr>
        <dsp:cNvPr id="0" name=""/>
        <dsp:cNvSpPr/>
      </dsp:nvSpPr>
      <dsp:spPr>
        <a:xfrm>
          <a:off x="207272" y="542268"/>
          <a:ext cx="4943975" cy="154499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Pricing significantly impacts churn</a:t>
          </a:r>
        </a:p>
      </dsp:txBody>
      <dsp:txXfrm>
        <a:off x="207272" y="542268"/>
        <a:ext cx="4943975" cy="1544992"/>
      </dsp:txXfrm>
    </dsp:sp>
    <dsp:sp modelId="{17A4A1A7-92BD-474F-98F1-1A80A303C9F2}">
      <dsp:nvSpPr>
        <dsp:cNvPr id="0" name=""/>
        <dsp:cNvSpPr/>
      </dsp:nvSpPr>
      <dsp:spPr>
        <a:xfrm>
          <a:off x="1273" y="319103"/>
          <a:ext cx="1081494" cy="16222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02D0088-8E4D-4250-8735-C4B506C47892}">
      <dsp:nvSpPr>
        <dsp:cNvPr id="0" name=""/>
        <dsp:cNvSpPr/>
      </dsp:nvSpPr>
      <dsp:spPr>
        <a:xfrm>
          <a:off x="5570351" y="542268"/>
          <a:ext cx="4943975" cy="154499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Customer tenure is a strong retention factor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70351" y="542268"/>
        <a:ext cx="4943975" cy="1544992"/>
      </dsp:txXfrm>
    </dsp:sp>
    <dsp:sp modelId="{8246DA9C-0622-463D-920A-42506F57EE35}">
      <dsp:nvSpPr>
        <dsp:cNvPr id="0" name=""/>
        <dsp:cNvSpPr/>
      </dsp:nvSpPr>
      <dsp:spPr>
        <a:xfrm>
          <a:off x="5364352" y="319103"/>
          <a:ext cx="1081494" cy="1622241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1000" r="-6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5983801-F55B-4A9B-9A15-D297E9BB443F}">
      <dsp:nvSpPr>
        <dsp:cNvPr id="0" name=""/>
        <dsp:cNvSpPr/>
      </dsp:nvSpPr>
      <dsp:spPr>
        <a:xfrm>
          <a:off x="207272" y="2487242"/>
          <a:ext cx="4943975" cy="154499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Contract structure influences churn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272" y="2487242"/>
        <a:ext cx="4943975" cy="1544992"/>
      </dsp:txXfrm>
    </dsp:sp>
    <dsp:sp modelId="{D38F279D-972F-457E-AC82-9544EFA7A374}">
      <dsp:nvSpPr>
        <dsp:cNvPr id="0" name=""/>
        <dsp:cNvSpPr/>
      </dsp:nvSpPr>
      <dsp:spPr>
        <a:xfrm>
          <a:off x="1273" y="2264076"/>
          <a:ext cx="1081494" cy="1622241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91674F2-DBA8-49BE-895F-970146182C11}">
      <dsp:nvSpPr>
        <dsp:cNvPr id="0" name=""/>
        <dsp:cNvSpPr/>
      </dsp:nvSpPr>
      <dsp:spPr>
        <a:xfrm>
          <a:off x="5570351" y="2487242"/>
          <a:ext cx="4943975" cy="1544992"/>
        </a:xfrm>
        <a:prstGeom prst="rect">
          <a:avLst/>
        </a:prstGeom>
        <a:solidFill>
          <a:schemeClr val="dk1">
            <a:alpha val="4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6475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Results supported by statistics	</a:t>
          </a:r>
          <a:endParaRPr lang="en-US" sz="3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70351" y="2487242"/>
        <a:ext cx="4943975" cy="1544992"/>
      </dsp:txXfrm>
    </dsp:sp>
    <dsp:sp modelId="{48776D2E-DDAD-4896-8921-67789BB6B3C6}">
      <dsp:nvSpPr>
        <dsp:cNvPr id="0" name=""/>
        <dsp:cNvSpPr/>
      </dsp:nvSpPr>
      <dsp:spPr>
        <a:xfrm>
          <a:off x="5364352" y="2264076"/>
          <a:ext cx="1081494" cy="1622241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2000" r="-62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5EE6A-5FEA-4932-8A29-E56E98C1296E}">
      <dsp:nvSpPr>
        <dsp:cNvPr id="0" name=""/>
        <dsp:cNvSpPr/>
      </dsp:nvSpPr>
      <dsp:spPr>
        <a:xfrm>
          <a:off x="2451" y="0"/>
          <a:ext cx="2569852" cy="4351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Promote long-term contracts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51" y="1740535"/>
        <a:ext cx="2569852" cy="1740535"/>
      </dsp:txXfrm>
    </dsp:sp>
    <dsp:sp modelId="{5C12B991-C077-465C-A3FC-D30BD7DE865E}">
      <dsp:nvSpPr>
        <dsp:cNvPr id="0" name=""/>
        <dsp:cNvSpPr/>
      </dsp:nvSpPr>
      <dsp:spPr>
        <a:xfrm>
          <a:off x="562880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31315F0-4E29-477B-838B-318F988972EE}">
      <dsp:nvSpPr>
        <dsp:cNvPr id="0" name=""/>
        <dsp:cNvSpPr/>
      </dsp:nvSpPr>
      <dsp:spPr>
        <a:xfrm>
          <a:off x="2649399" y="0"/>
          <a:ext cx="2569852" cy="4351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Target high risk customers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49399" y="1740535"/>
        <a:ext cx="2569852" cy="1740535"/>
      </dsp:txXfrm>
    </dsp:sp>
    <dsp:sp modelId="{9DCFBAD1-B07C-4070-B87D-C269A690E8DF}">
      <dsp:nvSpPr>
        <dsp:cNvPr id="0" name=""/>
        <dsp:cNvSpPr/>
      </dsp:nvSpPr>
      <dsp:spPr>
        <a:xfrm>
          <a:off x="3209828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66641F9-9E68-4339-8E25-7170D7201EF7}">
      <dsp:nvSpPr>
        <dsp:cNvPr id="0" name=""/>
        <dsp:cNvSpPr/>
      </dsp:nvSpPr>
      <dsp:spPr>
        <a:xfrm>
          <a:off x="5296347" y="0"/>
          <a:ext cx="2569852" cy="4351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Improve onboarding experience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96347" y="1740535"/>
        <a:ext cx="2569852" cy="1740535"/>
      </dsp:txXfrm>
    </dsp:sp>
    <dsp:sp modelId="{3DEB2B12-9EEC-496A-B5CA-79D1708EA97F}">
      <dsp:nvSpPr>
        <dsp:cNvPr id="0" name=""/>
        <dsp:cNvSpPr/>
      </dsp:nvSpPr>
      <dsp:spPr>
        <a:xfrm>
          <a:off x="5856776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121353E-3388-4E9B-8397-9C70F189AF78}">
      <dsp:nvSpPr>
        <dsp:cNvPr id="0" name=""/>
        <dsp:cNvSpPr/>
      </dsp:nvSpPr>
      <dsp:spPr>
        <a:xfrm>
          <a:off x="7943295" y="0"/>
          <a:ext cx="2569852" cy="4351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Optimize pricing strategy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43295" y="1740535"/>
        <a:ext cx="2569852" cy="1740535"/>
      </dsp:txXfrm>
    </dsp:sp>
    <dsp:sp modelId="{9555D2B7-20D3-43D3-8293-D7484532781A}">
      <dsp:nvSpPr>
        <dsp:cNvPr id="0" name=""/>
        <dsp:cNvSpPr/>
      </dsp:nvSpPr>
      <dsp:spPr>
        <a:xfrm>
          <a:off x="8503724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BADBCDD-9AE3-43E0-A011-D8AFD5C9F40A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02A37-3723-4F13-AE1A-D08ADB1BE6D1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Churn is measurable and manageable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38" y="28038"/>
        <a:ext cx="7298593" cy="901218"/>
      </dsp:txXfrm>
    </dsp:sp>
    <dsp:sp modelId="{7B92042F-B245-472E-B631-08D8A5775676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Data-driven strategies improve retention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2583" y="1159385"/>
        <a:ext cx="7029617" cy="901218"/>
      </dsp:txXfrm>
    </dsp:sp>
    <dsp:sp modelId="{F9B14DFD-5168-40BA-90C3-0002EEA2BDD4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Data-driven strategies reduce churn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6612" y="2290733"/>
        <a:ext cx="7040133" cy="901218"/>
      </dsp:txXfrm>
    </dsp:sp>
    <dsp:sp modelId="{2D96746A-B126-4C11-9A25-209137B2001A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Analysis supports business growth</a:t>
          </a:r>
          <a:endParaRPr lang="en-US" sz="3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31157" y="3422081"/>
        <a:ext cx="7029617" cy="901218"/>
      </dsp:txXfrm>
    </dsp:sp>
    <dsp:sp modelId="{E7E9FB04-B313-48F6-AEB7-C989346D17B6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7930242" y="733200"/>
        <a:ext cx="342233" cy="468236"/>
      </dsp:txXfrm>
    </dsp:sp>
    <dsp:sp modelId="{BA4D6A38-D2BD-4D6B-B056-1AE11A1AF580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8634787" y="1864548"/>
        <a:ext cx="342233" cy="468236"/>
      </dsp:txXfrm>
    </dsp:sp>
    <dsp:sp modelId="{F74F67F2-B161-4979-B2B3-90CD814FD469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2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0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9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9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8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9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1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9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7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747A6-4C87-4C2D-AD4A-88293DB014B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5AC7B-B88E-4AC0-8006-102ED9DA5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3944"/>
            <a:ext cx="12192000" cy="2698592"/>
          </a:xfrm>
        </p:spPr>
        <p:txBody>
          <a:bodyPr anchor="ctr">
            <a:noAutofit/>
          </a:bodyPr>
          <a:lstStyle/>
          <a:p>
            <a:r>
              <a:rPr lang="en-US" sz="6600" dirty="0" smtClean="0">
                <a:latin typeface="Algerian" panose="04020705040A02060702" pitchFamily="82" charset="0"/>
              </a:rPr>
              <a:t>Customer Churn Analysis</a:t>
            </a:r>
            <a:br>
              <a:rPr lang="en-US" sz="6600" dirty="0" smtClean="0">
                <a:latin typeface="Algerian" panose="04020705040A02060702" pitchFamily="82" charset="0"/>
              </a:rPr>
            </a:br>
            <a:r>
              <a:rPr lang="en-US" sz="6600" dirty="0" smtClean="0">
                <a:latin typeface="Algerian" panose="04020705040A02060702" pitchFamily="82" charset="0"/>
              </a:rPr>
              <a:t> </a:t>
            </a:r>
            <a:r>
              <a:rPr lang="en-US" sz="5400" dirty="0" smtClean="0">
                <a:latin typeface="Algerian" panose="04020705040A02060702" pitchFamily="82" charset="0"/>
              </a:rPr>
              <a:t>Capstone Project</a:t>
            </a:r>
            <a:endParaRPr lang="en-US" sz="66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557" y="3666432"/>
            <a:ext cx="4219977" cy="2257849"/>
          </a:xfrm>
        </p:spPr>
        <p:txBody>
          <a:bodyPr>
            <a:noAutofit/>
          </a:bodyPr>
          <a:lstStyle/>
          <a:p>
            <a:pPr algn="just"/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MADHU PRIYA S,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EMP20251210-069,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Intern,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Arena.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540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684" y="32648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Business Problem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85748"/>
              </p:ext>
            </p:extLst>
          </p:nvPr>
        </p:nvGraphicFramePr>
        <p:xfrm>
          <a:off x="786684" y="1867436"/>
          <a:ext cx="10958848" cy="4232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7053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Project Objectives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2763310"/>
              </p:ext>
            </p:extLst>
          </p:nvPr>
        </p:nvGraphicFramePr>
        <p:xfrm>
          <a:off x="838200" y="185138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707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Dataset Overview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5859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251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Data Cleaning Process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53349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66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Exploratory Data </a:t>
            </a:r>
            <a:r>
              <a:rPr lang="en-US" sz="4000" dirty="0" smtClean="0">
                <a:latin typeface="Algerian" panose="04020705040A02060702" pitchFamily="82" charset="0"/>
              </a:rPr>
              <a:t>Analysis</a:t>
            </a:r>
            <a:endParaRPr lang="en-US" sz="4000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401948"/>
              </p:ext>
            </p:extLst>
          </p:nvPr>
        </p:nvGraphicFramePr>
        <p:xfrm>
          <a:off x="0" y="1661373"/>
          <a:ext cx="12192000" cy="5004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842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Churn </a:t>
            </a:r>
            <a:r>
              <a:rPr lang="en-US" sz="4000" dirty="0" smtClean="0">
                <a:latin typeface="Algerian" panose="04020705040A02060702" pitchFamily="82" charset="0"/>
              </a:rPr>
              <a:t>Distribution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890" y="1633689"/>
            <a:ext cx="8126569" cy="4782723"/>
          </a:xfrm>
        </p:spPr>
      </p:pic>
    </p:spTree>
    <p:extLst>
      <p:ext uri="{BB962C8B-B14F-4D97-AF65-F5344CB8AC3E}">
        <p14:creationId xmlns:p14="http://schemas.microsoft.com/office/powerpoint/2010/main" val="347122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Monthly Charges vs </a:t>
            </a:r>
            <a:r>
              <a:rPr lang="en-US" sz="4000" dirty="0" smtClean="0">
                <a:latin typeface="Algerian" panose="04020705040A02060702" pitchFamily="82" charset="0"/>
              </a:rPr>
              <a:t>Churn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038" y="1481069"/>
            <a:ext cx="9272789" cy="5048519"/>
          </a:xfrm>
        </p:spPr>
      </p:pic>
    </p:spTree>
    <p:extLst>
      <p:ext uri="{BB962C8B-B14F-4D97-AF65-F5344CB8AC3E}">
        <p14:creationId xmlns:p14="http://schemas.microsoft.com/office/powerpoint/2010/main" val="1189079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Tenure </a:t>
            </a:r>
            <a:r>
              <a:rPr lang="en-US" sz="4000" dirty="0">
                <a:latin typeface="Algerian" panose="04020705040A02060702" pitchFamily="82" charset="0"/>
              </a:rPr>
              <a:t>vs Churn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2105"/>
            <a:ext cx="9838386" cy="4951122"/>
          </a:xfrm>
        </p:spPr>
      </p:pic>
    </p:spTree>
    <p:extLst>
      <p:ext uri="{BB962C8B-B14F-4D97-AF65-F5344CB8AC3E}">
        <p14:creationId xmlns:p14="http://schemas.microsoft.com/office/powerpoint/2010/main" val="159057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  <a:cs typeface="Times New Roman" panose="02020603050405020304" pitchFamily="18" charset="0"/>
              </a:rPr>
              <a:t>CONTRACT TYPE VS CHURN</a:t>
            </a:r>
            <a:endParaRPr lang="en-US" sz="40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3" y="1298941"/>
            <a:ext cx="10367493" cy="5127617"/>
          </a:xfrm>
        </p:spPr>
      </p:pic>
    </p:spTree>
    <p:extLst>
      <p:ext uri="{BB962C8B-B14F-4D97-AF65-F5344CB8AC3E}">
        <p14:creationId xmlns:p14="http://schemas.microsoft.com/office/powerpoint/2010/main" val="313249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PAYMENT METHOD VS CHURN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313643"/>
            <a:ext cx="9722476" cy="5481499"/>
          </a:xfrm>
        </p:spPr>
      </p:pic>
    </p:spTree>
    <p:extLst>
      <p:ext uri="{BB962C8B-B14F-4D97-AF65-F5344CB8AC3E}">
        <p14:creationId xmlns:p14="http://schemas.microsoft.com/office/powerpoint/2010/main" val="222648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SENIOR CITIZEN VS CHURN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8" y="1278311"/>
            <a:ext cx="9388698" cy="5357024"/>
          </a:xfrm>
        </p:spPr>
      </p:pic>
    </p:spTree>
    <p:extLst>
      <p:ext uri="{BB962C8B-B14F-4D97-AF65-F5344CB8AC3E}">
        <p14:creationId xmlns:p14="http://schemas.microsoft.com/office/powerpoint/2010/main" val="198481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CORRELATION HEATMAP</a:t>
            </a:r>
            <a:endParaRPr lang="en-US" sz="4000" dirty="0">
              <a:latin typeface="Algerian" panose="04020705040A02060702" pitchFamily="82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20" y="1278603"/>
            <a:ext cx="9362941" cy="5354017"/>
          </a:xfrm>
        </p:spPr>
      </p:pic>
    </p:spTree>
    <p:extLst>
      <p:ext uri="{BB962C8B-B14F-4D97-AF65-F5344CB8AC3E}">
        <p14:creationId xmlns:p14="http://schemas.microsoft.com/office/powerpoint/2010/main" val="2942922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Key </a:t>
            </a:r>
            <a:r>
              <a:rPr lang="en-US" sz="4000" dirty="0" smtClean="0">
                <a:latin typeface="Algerian" panose="04020705040A02060702" pitchFamily="82" charset="0"/>
              </a:rPr>
              <a:t>EDA Insights</a:t>
            </a:r>
            <a:endParaRPr lang="en-US" sz="4000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7603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0350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Statistical </a:t>
            </a:r>
            <a:r>
              <a:rPr lang="en-US" sz="4000" dirty="0" smtClean="0">
                <a:latin typeface="Algerian" panose="04020705040A02060702" pitchFamily="82" charset="0"/>
              </a:rPr>
              <a:t>Analysis</a:t>
            </a:r>
            <a:endParaRPr lang="en-US" sz="4000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492698"/>
              </p:ext>
            </p:extLst>
          </p:nvPr>
        </p:nvGraphicFramePr>
        <p:xfrm>
          <a:off x="1" y="1532586"/>
          <a:ext cx="12192000" cy="4811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8497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Key Findings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7500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748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lgerian" panose="04020705040A02060702" pitchFamily="82" charset="0"/>
              </a:rPr>
              <a:t>Business Recommendations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7762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6575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mtClean="0">
                <a:latin typeface="Algerian" panose="04020705040A02060702" pitchFamily="82" charset="0"/>
              </a:rPr>
              <a:t>Conclusion</a:t>
            </a:r>
            <a:endParaRPr lang="en-US" sz="4000" dirty="0">
              <a:latin typeface="Algerian" panose="04020705040A02060702" pitchFamily="82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075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89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260</Words>
  <Application>Microsoft Office PowerPoint</Application>
  <PresentationFormat>Widescreen</PresentationFormat>
  <Paragraphs>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Times New Roman</vt:lpstr>
      <vt:lpstr>Office Theme</vt:lpstr>
      <vt:lpstr>Customer Churn Analysis  Capstone Project</vt:lpstr>
      <vt:lpstr>Business Problem</vt:lpstr>
      <vt:lpstr>Project Objectives</vt:lpstr>
      <vt:lpstr>Dataset Overview</vt:lpstr>
      <vt:lpstr>Data Cleaning Process</vt:lpstr>
      <vt:lpstr>Exploratory Data Analysis</vt:lpstr>
      <vt:lpstr>Churn Distribution</vt:lpstr>
      <vt:lpstr>Monthly Charges vs Churn</vt:lpstr>
      <vt:lpstr>Tenure vs Churn</vt:lpstr>
      <vt:lpstr>CONTRACT TYPE VS CHURN</vt:lpstr>
      <vt:lpstr>PAYMENT METHOD VS CHURN</vt:lpstr>
      <vt:lpstr>SENIOR CITIZEN VS CHURN</vt:lpstr>
      <vt:lpstr>CORRELATION HEATMAP</vt:lpstr>
      <vt:lpstr>Key EDA Insights</vt:lpstr>
      <vt:lpstr>Statistical Analysis</vt:lpstr>
      <vt:lpstr>Key Findings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23</cp:revision>
  <dcterms:created xsi:type="dcterms:W3CDTF">2026-01-31T10:50:41Z</dcterms:created>
  <dcterms:modified xsi:type="dcterms:W3CDTF">2026-02-02T14:29:00Z</dcterms:modified>
</cp:coreProperties>
</file>